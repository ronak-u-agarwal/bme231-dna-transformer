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8" r:id="rId9"/>
    <p:sldId id="271" r:id="rId10"/>
    <p:sldId id="272" r:id="rId11"/>
    <p:sldId id="269" r:id="rId12"/>
    <p:sldId id="273" r:id="rId13"/>
    <p:sldId id="276" r:id="rId14"/>
    <p:sldId id="274" r:id="rId15"/>
    <p:sldId id="275" r:id="rId16"/>
    <p:sldId id="277" r:id="rId17"/>
    <p:sldId id="263" r:id="rId18"/>
    <p:sldId id="278" r:id="rId19"/>
    <p:sldId id="265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2D88E3-4FAF-FB4E-9688-0491A86C7F66}" v="11" dt="2025-04-21T20:30:44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35"/>
    <p:restoredTop sz="94694"/>
  </p:normalViewPr>
  <p:slideViewPr>
    <p:cSldViewPr snapToGrid="0">
      <p:cViewPr>
        <p:scale>
          <a:sx n="136" d="100"/>
          <a:sy n="136" d="100"/>
        </p:scale>
        <p:origin x="-672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k Agarwal" userId="524755ac557c1b43" providerId="LiveId" clId="{C02D88E3-4FAF-FB4E-9688-0491A86C7F66}"/>
    <pc:docChg chg="undo redo custSel addSld delSld modSld">
      <pc:chgData name="Ronak Agarwal" userId="524755ac557c1b43" providerId="LiveId" clId="{C02D88E3-4FAF-FB4E-9688-0491A86C7F66}" dt="2025-04-21T20:51:18.245" v="4031" actId="20577"/>
      <pc:docMkLst>
        <pc:docMk/>
      </pc:docMkLst>
      <pc:sldChg chg="del">
        <pc:chgData name="Ronak Agarwal" userId="524755ac557c1b43" providerId="LiveId" clId="{C02D88E3-4FAF-FB4E-9688-0491A86C7F66}" dt="2025-04-21T17:30:37.121" v="16" actId="2696"/>
        <pc:sldMkLst>
          <pc:docMk/>
          <pc:sldMk cId="579705574" sldId="257"/>
        </pc:sldMkLst>
      </pc:sldChg>
      <pc:sldChg chg="modSp mod">
        <pc:chgData name="Ronak Agarwal" userId="524755ac557c1b43" providerId="LiveId" clId="{C02D88E3-4FAF-FB4E-9688-0491A86C7F66}" dt="2025-04-21T19:31:47.296" v="246" actId="20577"/>
        <pc:sldMkLst>
          <pc:docMk/>
          <pc:sldMk cId="3808440411" sldId="258"/>
        </pc:sldMkLst>
        <pc:spChg chg="mod">
          <ac:chgData name="Ronak Agarwal" userId="524755ac557c1b43" providerId="LiveId" clId="{C02D88E3-4FAF-FB4E-9688-0491A86C7F66}" dt="2025-04-21T19:31:47.296" v="246" actId="20577"/>
          <ac:spMkLst>
            <pc:docMk/>
            <pc:sldMk cId="3808440411" sldId="258"/>
            <ac:spMk id="2" creationId="{3E204A6E-38F5-A3AF-153C-0B5B43466C94}"/>
          </ac:spMkLst>
        </pc:spChg>
        <pc:spChg chg="mod">
          <ac:chgData name="Ronak Agarwal" userId="524755ac557c1b43" providerId="LiveId" clId="{C02D88E3-4FAF-FB4E-9688-0491A86C7F66}" dt="2025-04-21T19:31:13.512" v="219" actId="20577"/>
          <ac:spMkLst>
            <pc:docMk/>
            <pc:sldMk cId="3808440411" sldId="258"/>
            <ac:spMk id="3" creationId="{BFFB1C1F-5450-9E90-5373-35203CC68AFF}"/>
          </ac:spMkLst>
        </pc:spChg>
      </pc:sldChg>
      <pc:sldChg chg="modSp mod">
        <pc:chgData name="Ronak Agarwal" userId="524755ac557c1b43" providerId="LiveId" clId="{C02D88E3-4FAF-FB4E-9688-0491A86C7F66}" dt="2025-04-21T19:51:42.638" v="1512" actId="20577"/>
        <pc:sldMkLst>
          <pc:docMk/>
          <pc:sldMk cId="267066305" sldId="259"/>
        </pc:sldMkLst>
        <pc:spChg chg="mod">
          <ac:chgData name="Ronak Agarwal" userId="524755ac557c1b43" providerId="LiveId" clId="{C02D88E3-4FAF-FB4E-9688-0491A86C7F66}" dt="2025-04-21T19:51:42.638" v="1512" actId="20577"/>
          <ac:spMkLst>
            <pc:docMk/>
            <pc:sldMk cId="267066305" sldId="259"/>
            <ac:spMk id="2" creationId="{C4741258-A099-4BC6-28FE-A0D37C1D21C7}"/>
          </ac:spMkLst>
        </pc:spChg>
      </pc:sldChg>
      <pc:sldChg chg="modSp mod">
        <pc:chgData name="Ronak Agarwal" userId="524755ac557c1b43" providerId="LiveId" clId="{C02D88E3-4FAF-FB4E-9688-0491A86C7F66}" dt="2025-04-21T19:32:05.197" v="296" actId="20577"/>
        <pc:sldMkLst>
          <pc:docMk/>
          <pc:sldMk cId="1628515934" sldId="261"/>
        </pc:sldMkLst>
        <pc:spChg chg="mod">
          <ac:chgData name="Ronak Agarwal" userId="524755ac557c1b43" providerId="LiveId" clId="{C02D88E3-4FAF-FB4E-9688-0491A86C7F66}" dt="2025-04-21T19:32:05.197" v="296" actId="20577"/>
          <ac:spMkLst>
            <pc:docMk/>
            <pc:sldMk cId="1628515934" sldId="261"/>
            <ac:spMk id="3" creationId="{A6AC7A79-0356-14B7-954D-49A2180D2395}"/>
          </ac:spMkLst>
        </pc:spChg>
      </pc:sldChg>
      <pc:sldChg chg="modSp mod">
        <pc:chgData name="Ronak Agarwal" userId="524755ac557c1b43" providerId="LiveId" clId="{C02D88E3-4FAF-FB4E-9688-0491A86C7F66}" dt="2025-04-21T17:31:52.371" v="137" actId="20577"/>
        <pc:sldMkLst>
          <pc:docMk/>
          <pc:sldMk cId="3759820725" sldId="262"/>
        </pc:sldMkLst>
        <pc:spChg chg="mod">
          <ac:chgData name="Ronak Agarwal" userId="524755ac557c1b43" providerId="LiveId" clId="{C02D88E3-4FAF-FB4E-9688-0491A86C7F66}" dt="2025-04-21T17:31:52.371" v="137" actId="20577"/>
          <ac:spMkLst>
            <pc:docMk/>
            <pc:sldMk cId="3759820725" sldId="262"/>
            <ac:spMk id="2" creationId="{2EB5527C-9E75-38EC-1B05-C55AF7C8F6A6}"/>
          </ac:spMkLst>
        </pc:spChg>
      </pc:sldChg>
      <pc:sldChg chg="modSp mod">
        <pc:chgData name="Ronak Agarwal" userId="524755ac557c1b43" providerId="LiveId" clId="{C02D88E3-4FAF-FB4E-9688-0491A86C7F66}" dt="2025-04-21T20:06:14.190" v="2130" actId="20577"/>
        <pc:sldMkLst>
          <pc:docMk/>
          <pc:sldMk cId="2986341469" sldId="263"/>
        </pc:sldMkLst>
        <pc:spChg chg="mod">
          <ac:chgData name="Ronak Agarwal" userId="524755ac557c1b43" providerId="LiveId" clId="{C02D88E3-4FAF-FB4E-9688-0491A86C7F66}" dt="2025-04-21T20:06:14.190" v="2130" actId="20577"/>
          <ac:spMkLst>
            <pc:docMk/>
            <pc:sldMk cId="2986341469" sldId="263"/>
            <ac:spMk id="2" creationId="{679F259B-D4EC-35B4-174C-EF1FEEB9CA0B}"/>
          </ac:spMkLst>
        </pc:spChg>
        <pc:spChg chg="mod">
          <ac:chgData name="Ronak Agarwal" userId="524755ac557c1b43" providerId="LiveId" clId="{C02D88E3-4FAF-FB4E-9688-0491A86C7F66}" dt="2025-04-21T20:06:11.043" v="2119" actId="1076"/>
          <ac:spMkLst>
            <pc:docMk/>
            <pc:sldMk cId="2986341469" sldId="263"/>
            <ac:spMk id="3" creationId="{BA285E7B-2D56-B26F-0703-F9D8FCCC8598}"/>
          </ac:spMkLst>
        </pc:spChg>
      </pc:sldChg>
      <pc:sldChg chg="del">
        <pc:chgData name="Ronak Agarwal" userId="524755ac557c1b43" providerId="LiveId" clId="{C02D88E3-4FAF-FB4E-9688-0491A86C7F66}" dt="2025-04-21T17:31:58.499" v="138" actId="2696"/>
        <pc:sldMkLst>
          <pc:docMk/>
          <pc:sldMk cId="2144462050" sldId="264"/>
        </pc:sldMkLst>
      </pc:sldChg>
      <pc:sldChg chg="modSp mod">
        <pc:chgData name="Ronak Agarwal" userId="524755ac557c1b43" providerId="LiveId" clId="{C02D88E3-4FAF-FB4E-9688-0491A86C7F66}" dt="2025-04-21T20:33:23.153" v="3594" actId="20577"/>
        <pc:sldMkLst>
          <pc:docMk/>
          <pc:sldMk cId="2287371401" sldId="265"/>
        </pc:sldMkLst>
        <pc:spChg chg="mod">
          <ac:chgData name="Ronak Agarwal" userId="524755ac557c1b43" providerId="LiveId" clId="{C02D88E3-4FAF-FB4E-9688-0491A86C7F66}" dt="2025-04-21T20:33:23.153" v="3594" actId="20577"/>
          <ac:spMkLst>
            <pc:docMk/>
            <pc:sldMk cId="2287371401" sldId="265"/>
            <ac:spMk id="3" creationId="{AD43B8C3-4160-5B1B-5977-0E479FA2D912}"/>
          </ac:spMkLst>
        </pc:spChg>
      </pc:sldChg>
      <pc:sldChg chg="modSp del mod">
        <pc:chgData name="Ronak Agarwal" userId="524755ac557c1b43" providerId="LiveId" clId="{C02D88E3-4FAF-FB4E-9688-0491A86C7F66}" dt="2025-04-21T19:51:55.700" v="1516" actId="2696"/>
        <pc:sldMkLst>
          <pc:docMk/>
          <pc:sldMk cId="3038088205" sldId="266"/>
        </pc:sldMkLst>
        <pc:spChg chg="mod">
          <ac:chgData name="Ronak Agarwal" userId="524755ac557c1b43" providerId="LiveId" clId="{C02D88E3-4FAF-FB4E-9688-0491A86C7F66}" dt="2025-04-21T17:30:33.720" v="15" actId="20577"/>
          <ac:spMkLst>
            <pc:docMk/>
            <pc:sldMk cId="3038088205" sldId="266"/>
            <ac:spMk id="2" creationId="{2DAF6506-AD6B-85B5-5189-01AA27087697}"/>
          </ac:spMkLst>
        </pc:spChg>
        <pc:spChg chg="mod">
          <ac:chgData name="Ronak Agarwal" userId="524755ac557c1b43" providerId="LiveId" clId="{C02D88E3-4FAF-FB4E-9688-0491A86C7F66}" dt="2025-04-21T19:51:53.294" v="1515" actId="20577"/>
          <ac:spMkLst>
            <pc:docMk/>
            <pc:sldMk cId="3038088205" sldId="266"/>
            <ac:spMk id="3" creationId="{46E018EB-69B9-0C48-5BAC-02BF06035FDC}"/>
          </ac:spMkLst>
        </pc:spChg>
      </pc:sldChg>
      <pc:sldChg chg="addSp delSp modSp new mod setBg setClrOvrMap">
        <pc:chgData name="Ronak Agarwal" userId="524755ac557c1b43" providerId="LiveId" clId="{C02D88E3-4FAF-FB4E-9688-0491A86C7F66}" dt="2025-04-21T19:33:25.079" v="459" actId="26606"/>
        <pc:sldMkLst>
          <pc:docMk/>
          <pc:sldMk cId="4058600681" sldId="267"/>
        </pc:sldMkLst>
        <pc:spChg chg="mod">
          <ac:chgData name="Ronak Agarwal" userId="524755ac557c1b43" providerId="LiveId" clId="{C02D88E3-4FAF-FB4E-9688-0491A86C7F66}" dt="2025-04-21T19:33:25.079" v="459" actId="26606"/>
          <ac:spMkLst>
            <pc:docMk/>
            <pc:sldMk cId="4058600681" sldId="267"/>
            <ac:spMk id="2" creationId="{E610BC33-8625-C63E-2F9C-C95C40F80F6A}"/>
          </ac:spMkLst>
        </pc:spChg>
        <pc:spChg chg="del mod">
          <ac:chgData name="Ronak Agarwal" userId="524755ac557c1b43" providerId="LiveId" clId="{C02D88E3-4FAF-FB4E-9688-0491A86C7F66}" dt="2025-04-21T19:33:25.079" v="459" actId="26606"/>
          <ac:spMkLst>
            <pc:docMk/>
            <pc:sldMk cId="4058600681" sldId="267"/>
            <ac:spMk id="3" creationId="{C5D1BF7D-8AC2-3A57-88FC-7F8AAB6DFE3F}"/>
          </ac:spMkLst>
        </pc:spChg>
        <pc:spChg chg="add">
          <ac:chgData name="Ronak Agarwal" userId="524755ac557c1b43" providerId="LiveId" clId="{C02D88E3-4FAF-FB4E-9688-0491A86C7F66}" dt="2025-04-21T19:33:25.079" v="459" actId="26606"/>
          <ac:spMkLst>
            <pc:docMk/>
            <pc:sldMk cId="4058600681" sldId="267"/>
            <ac:spMk id="9" creationId="{F747F1B4-B831-4277-8AB0-32767F7EB7BF}"/>
          </ac:spMkLst>
        </pc:spChg>
        <pc:spChg chg="add">
          <ac:chgData name="Ronak Agarwal" userId="524755ac557c1b43" providerId="LiveId" clId="{C02D88E3-4FAF-FB4E-9688-0491A86C7F66}" dt="2025-04-21T19:33:25.079" v="459" actId="26606"/>
          <ac:spMkLst>
            <pc:docMk/>
            <pc:sldMk cId="4058600681" sldId="267"/>
            <ac:spMk id="11" creationId="{D80CFA21-AB7C-4BEB-9BFF-05764FBBF3C6}"/>
          </ac:spMkLst>
        </pc:spChg>
        <pc:spChg chg="add">
          <ac:chgData name="Ronak Agarwal" userId="524755ac557c1b43" providerId="LiveId" clId="{C02D88E3-4FAF-FB4E-9688-0491A86C7F66}" dt="2025-04-21T19:33:25.079" v="459" actId="26606"/>
          <ac:spMkLst>
            <pc:docMk/>
            <pc:sldMk cId="4058600681" sldId="267"/>
            <ac:spMk id="13" creationId="{12F7E335-851A-4CAE-B09F-E657819D4600}"/>
          </ac:spMkLst>
        </pc:spChg>
        <pc:spChg chg="add">
          <ac:chgData name="Ronak Agarwal" userId="524755ac557c1b43" providerId="LiveId" clId="{C02D88E3-4FAF-FB4E-9688-0491A86C7F66}" dt="2025-04-21T19:33:25.079" v="459" actId="26606"/>
          <ac:spMkLst>
            <pc:docMk/>
            <pc:sldMk cId="4058600681" sldId="267"/>
            <ac:spMk id="15" creationId="{10B541F0-7F6E-402E-84D8-CF96EACA5FBC}"/>
          </ac:spMkLst>
        </pc:spChg>
        <pc:graphicFrameChg chg="add">
          <ac:chgData name="Ronak Agarwal" userId="524755ac557c1b43" providerId="LiveId" clId="{C02D88E3-4FAF-FB4E-9688-0491A86C7F66}" dt="2025-04-21T19:33:25.079" v="459" actId="26606"/>
          <ac:graphicFrameMkLst>
            <pc:docMk/>
            <pc:sldMk cId="4058600681" sldId="267"/>
            <ac:graphicFrameMk id="5" creationId="{E0C76112-0E31-66DF-8CFE-D5626DB4B42B}"/>
          </ac:graphicFrameMkLst>
        </pc:graphicFrameChg>
      </pc:sldChg>
      <pc:sldChg chg="modSp new mod">
        <pc:chgData name="Ronak Agarwal" userId="524755ac557c1b43" providerId="LiveId" clId="{C02D88E3-4FAF-FB4E-9688-0491A86C7F66}" dt="2025-04-21T19:52:09.243" v="1518" actId="14"/>
        <pc:sldMkLst>
          <pc:docMk/>
          <pc:sldMk cId="727367903" sldId="268"/>
        </pc:sldMkLst>
        <pc:spChg chg="mod">
          <ac:chgData name="Ronak Agarwal" userId="524755ac557c1b43" providerId="LiveId" clId="{C02D88E3-4FAF-FB4E-9688-0491A86C7F66}" dt="2025-04-21T19:38:46.594" v="970" actId="1076"/>
          <ac:spMkLst>
            <pc:docMk/>
            <pc:sldMk cId="727367903" sldId="268"/>
            <ac:spMk id="2" creationId="{324A9B33-DDE7-522A-1BED-D4667E0A43BB}"/>
          </ac:spMkLst>
        </pc:spChg>
        <pc:spChg chg="mod">
          <ac:chgData name="Ronak Agarwal" userId="524755ac557c1b43" providerId="LiveId" clId="{C02D88E3-4FAF-FB4E-9688-0491A86C7F66}" dt="2025-04-21T19:52:09.243" v="1518" actId="14"/>
          <ac:spMkLst>
            <pc:docMk/>
            <pc:sldMk cId="727367903" sldId="268"/>
            <ac:spMk id="3" creationId="{FB1A6EA9-2473-AB91-CDE1-653383053375}"/>
          </ac:spMkLst>
        </pc:spChg>
      </pc:sldChg>
      <pc:sldChg chg="modSp new mod">
        <pc:chgData name="Ronak Agarwal" userId="524755ac557c1b43" providerId="LiveId" clId="{C02D88E3-4FAF-FB4E-9688-0491A86C7F66}" dt="2025-04-21T20:51:18.245" v="4031" actId="20577"/>
        <pc:sldMkLst>
          <pc:docMk/>
          <pc:sldMk cId="2881440984" sldId="269"/>
        </pc:sldMkLst>
        <pc:spChg chg="mod">
          <ac:chgData name="Ronak Agarwal" userId="524755ac557c1b43" providerId="LiveId" clId="{C02D88E3-4FAF-FB4E-9688-0491A86C7F66}" dt="2025-04-21T19:50:15.892" v="1469" actId="20577"/>
          <ac:spMkLst>
            <pc:docMk/>
            <pc:sldMk cId="2881440984" sldId="269"/>
            <ac:spMk id="2" creationId="{C036E646-009A-AD09-6886-1F20CD71963C}"/>
          </ac:spMkLst>
        </pc:spChg>
        <pc:spChg chg="mod">
          <ac:chgData name="Ronak Agarwal" userId="524755ac557c1b43" providerId="LiveId" clId="{C02D88E3-4FAF-FB4E-9688-0491A86C7F66}" dt="2025-04-21T20:51:18.245" v="4031" actId="20577"/>
          <ac:spMkLst>
            <pc:docMk/>
            <pc:sldMk cId="2881440984" sldId="269"/>
            <ac:spMk id="3" creationId="{CD53C5E2-07B6-9BCD-7B12-66660AE72AC3}"/>
          </ac:spMkLst>
        </pc:spChg>
      </pc:sldChg>
      <pc:sldChg chg="modSp new del mod">
        <pc:chgData name="Ronak Agarwal" userId="524755ac557c1b43" providerId="LiveId" clId="{C02D88E3-4FAF-FB4E-9688-0491A86C7F66}" dt="2025-04-21T20:29:17.100" v="3454" actId="2696"/>
        <pc:sldMkLst>
          <pc:docMk/>
          <pc:sldMk cId="453621148" sldId="270"/>
        </pc:sldMkLst>
        <pc:spChg chg="mod">
          <ac:chgData name="Ronak Agarwal" userId="524755ac557c1b43" providerId="LiveId" clId="{C02D88E3-4FAF-FB4E-9688-0491A86C7F66}" dt="2025-04-21T19:51:00.556" v="1501" actId="20577"/>
          <ac:spMkLst>
            <pc:docMk/>
            <pc:sldMk cId="453621148" sldId="270"/>
            <ac:spMk id="2" creationId="{C0F8A70C-F81B-3448-045C-BE022622791E}"/>
          </ac:spMkLst>
        </pc:spChg>
        <pc:spChg chg="mod">
          <ac:chgData name="Ronak Agarwal" userId="524755ac557c1b43" providerId="LiveId" clId="{C02D88E3-4FAF-FB4E-9688-0491A86C7F66}" dt="2025-04-21T20:06:04.345" v="2118" actId="20577"/>
          <ac:spMkLst>
            <pc:docMk/>
            <pc:sldMk cId="453621148" sldId="270"/>
            <ac:spMk id="3" creationId="{3BA02C0A-C06B-2CB6-8937-C7892B5521C6}"/>
          </ac:spMkLst>
        </pc:spChg>
      </pc:sldChg>
      <pc:sldChg chg="addSp modSp new mod">
        <pc:chgData name="Ronak Agarwal" userId="524755ac557c1b43" providerId="LiveId" clId="{C02D88E3-4FAF-FB4E-9688-0491A86C7F66}" dt="2025-04-21T19:58:08.691" v="2044" actId="1076"/>
        <pc:sldMkLst>
          <pc:docMk/>
          <pc:sldMk cId="3731101366" sldId="271"/>
        </pc:sldMkLst>
        <pc:spChg chg="mod">
          <ac:chgData name="Ronak Agarwal" userId="524755ac557c1b43" providerId="LiveId" clId="{C02D88E3-4FAF-FB4E-9688-0491A86C7F66}" dt="2025-04-21T19:52:17.236" v="1523" actId="20577"/>
          <ac:spMkLst>
            <pc:docMk/>
            <pc:sldMk cId="3731101366" sldId="271"/>
            <ac:spMk id="2" creationId="{8EDC02D0-4C97-EC74-CCFE-83DA5A0FD894}"/>
          </ac:spMkLst>
        </pc:spChg>
        <pc:spChg chg="mod">
          <ac:chgData name="Ronak Agarwal" userId="524755ac557c1b43" providerId="LiveId" clId="{C02D88E3-4FAF-FB4E-9688-0491A86C7F66}" dt="2025-04-21T19:58:07.220" v="2043" actId="1076"/>
          <ac:spMkLst>
            <pc:docMk/>
            <pc:sldMk cId="3731101366" sldId="271"/>
            <ac:spMk id="3" creationId="{DFA7CA89-CB4A-7EF5-8C51-2C1DD12C94E3}"/>
          </ac:spMkLst>
        </pc:spChg>
        <pc:picChg chg="add mod">
          <ac:chgData name="Ronak Agarwal" userId="524755ac557c1b43" providerId="LiveId" clId="{C02D88E3-4FAF-FB4E-9688-0491A86C7F66}" dt="2025-04-21T19:58:08.691" v="2044" actId="1076"/>
          <ac:picMkLst>
            <pc:docMk/>
            <pc:sldMk cId="3731101366" sldId="271"/>
            <ac:picMk id="4" creationId="{8669B11E-D600-F201-C3EC-54956D9F9B78}"/>
          </ac:picMkLst>
        </pc:picChg>
      </pc:sldChg>
      <pc:sldChg chg="addSp delSp modSp new mod setBg setClrOvrMap">
        <pc:chgData name="Ronak Agarwal" userId="524755ac557c1b43" providerId="LiveId" clId="{C02D88E3-4FAF-FB4E-9688-0491A86C7F66}" dt="2025-04-21T20:17:19.072" v="2547" actId="20577"/>
        <pc:sldMkLst>
          <pc:docMk/>
          <pc:sldMk cId="1434974495" sldId="272"/>
        </pc:sldMkLst>
        <pc:spChg chg="mod">
          <ac:chgData name="Ronak Agarwal" userId="524755ac557c1b43" providerId="LiveId" clId="{C02D88E3-4FAF-FB4E-9688-0491A86C7F66}" dt="2025-04-21T20:16:55.669" v="2510" actId="20577"/>
          <ac:spMkLst>
            <pc:docMk/>
            <pc:sldMk cId="1434974495" sldId="272"/>
            <ac:spMk id="2" creationId="{180D1C53-486A-7AD5-8726-7C5C422F05CA}"/>
          </ac:spMkLst>
        </pc:spChg>
        <pc:spChg chg="mod ord">
          <ac:chgData name="Ronak Agarwal" userId="524755ac557c1b43" providerId="LiveId" clId="{C02D88E3-4FAF-FB4E-9688-0491A86C7F66}" dt="2025-04-21T20:17:19.072" v="2547" actId="20577"/>
          <ac:spMkLst>
            <pc:docMk/>
            <pc:sldMk cId="1434974495" sldId="272"/>
            <ac:spMk id="3" creationId="{707FD42F-F74D-1D92-3D02-358AC512B6C7}"/>
          </ac:spMkLst>
        </pc:spChg>
        <pc:spChg chg="add del mod">
          <ac:chgData name="Ronak Agarwal" userId="524755ac557c1b43" providerId="LiveId" clId="{C02D88E3-4FAF-FB4E-9688-0491A86C7F66}" dt="2025-04-21T20:13:44.403" v="2153"/>
          <ac:spMkLst>
            <pc:docMk/>
            <pc:sldMk cId="1434974495" sldId="272"/>
            <ac:spMk id="4" creationId="{E5164526-E853-B7F1-94AE-21ECC4AA2498}"/>
          </ac:spMkLst>
        </pc:spChg>
        <pc:spChg chg="add">
          <ac:chgData name="Ronak Agarwal" userId="524755ac557c1b43" providerId="LiveId" clId="{C02D88E3-4FAF-FB4E-9688-0491A86C7F66}" dt="2025-04-21T20:14:55.973" v="2232" actId="26606"/>
          <ac:spMkLst>
            <pc:docMk/>
            <pc:sldMk cId="1434974495" sldId="272"/>
            <ac:spMk id="11" creationId="{B4AAD3FD-83A5-4B89-9F8F-01B8870865BE}"/>
          </ac:spMkLst>
        </pc:spChg>
        <pc:spChg chg="add">
          <ac:chgData name="Ronak Agarwal" userId="524755ac557c1b43" providerId="LiveId" clId="{C02D88E3-4FAF-FB4E-9688-0491A86C7F66}" dt="2025-04-21T20:14:55.973" v="2232" actId="26606"/>
          <ac:spMkLst>
            <pc:docMk/>
            <pc:sldMk cId="1434974495" sldId="272"/>
            <ac:spMk id="13" creationId="{61752F1D-FC0F-4103-9584-630E643CCDA6}"/>
          </ac:spMkLst>
        </pc:spChg>
        <pc:spChg chg="add">
          <ac:chgData name="Ronak Agarwal" userId="524755ac557c1b43" providerId="LiveId" clId="{C02D88E3-4FAF-FB4E-9688-0491A86C7F66}" dt="2025-04-21T20:14:55.973" v="2232" actId="26606"/>
          <ac:spMkLst>
            <pc:docMk/>
            <pc:sldMk cId="1434974495" sldId="272"/>
            <ac:spMk id="15" creationId="{70151CB7-E7DE-4917-B831-01DF9CE01306}"/>
          </ac:spMkLst>
        </pc:spChg>
        <pc:spChg chg="add">
          <ac:chgData name="Ronak Agarwal" userId="524755ac557c1b43" providerId="LiveId" clId="{C02D88E3-4FAF-FB4E-9688-0491A86C7F66}" dt="2025-04-21T20:14:55.973" v="2232" actId="26606"/>
          <ac:spMkLst>
            <pc:docMk/>
            <pc:sldMk cId="1434974495" sldId="272"/>
            <ac:spMk id="17" creationId="{A92A1116-1C84-41DF-B803-1F7B0883EC82}"/>
          </ac:spMkLst>
        </pc:spChg>
        <pc:picChg chg="add del mod">
          <ac:chgData name="Ronak Agarwal" userId="524755ac557c1b43" providerId="LiveId" clId="{C02D88E3-4FAF-FB4E-9688-0491A86C7F66}" dt="2025-04-21T20:14:48.402" v="2229" actId="478"/>
          <ac:picMkLst>
            <pc:docMk/>
            <pc:sldMk cId="1434974495" sldId="272"/>
            <ac:picMk id="5" creationId="{6C787F56-D30D-6F29-D020-12E85D47F141}"/>
          </ac:picMkLst>
        </pc:picChg>
        <pc:picChg chg="add mod">
          <ac:chgData name="Ronak Agarwal" userId="524755ac557c1b43" providerId="LiveId" clId="{C02D88E3-4FAF-FB4E-9688-0491A86C7F66}" dt="2025-04-21T20:14:55.973" v="2232" actId="26606"/>
          <ac:picMkLst>
            <pc:docMk/>
            <pc:sldMk cId="1434974495" sldId="272"/>
            <ac:picMk id="6" creationId="{AEF2B3F0-4FEA-5F5D-7A61-D1423E0DD7E9}"/>
          </ac:picMkLst>
        </pc:picChg>
      </pc:sldChg>
      <pc:sldChg chg="addSp delSp modSp new add del mod">
        <pc:chgData name="Ronak Agarwal" userId="524755ac557c1b43" providerId="LiveId" clId="{C02D88E3-4FAF-FB4E-9688-0491A86C7F66}" dt="2025-04-21T20:28:50.085" v="3453" actId="14100"/>
        <pc:sldMkLst>
          <pc:docMk/>
          <pc:sldMk cId="504707353" sldId="273"/>
        </pc:sldMkLst>
        <pc:spChg chg="mod">
          <ac:chgData name="Ronak Agarwal" userId="524755ac557c1b43" providerId="LiveId" clId="{C02D88E3-4FAF-FB4E-9688-0491A86C7F66}" dt="2025-04-21T20:24:04.539" v="2621" actId="20577"/>
          <ac:spMkLst>
            <pc:docMk/>
            <pc:sldMk cId="504707353" sldId="273"/>
            <ac:spMk id="2" creationId="{582CB870-71B5-03AC-BF52-B518C8358E10}"/>
          </ac:spMkLst>
        </pc:spChg>
        <pc:spChg chg="add del mod">
          <ac:chgData name="Ronak Agarwal" userId="524755ac557c1b43" providerId="LiveId" clId="{C02D88E3-4FAF-FB4E-9688-0491A86C7F66}" dt="2025-04-21T20:28:21.662" v="3449" actId="20577"/>
          <ac:spMkLst>
            <pc:docMk/>
            <pc:sldMk cId="504707353" sldId="273"/>
            <ac:spMk id="3" creationId="{3358FE13-D418-2521-4D81-A54DAF381BDB}"/>
          </ac:spMkLst>
        </pc:spChg>
        <pc:picChg chg="add mod">
          <ac:chgData name="Ronak Agarwal" userId="524755ac557c1b43" providerId="LiveId" clId="{C02D88E3-4FAF-FB4E-9688-0491A86C7F66}" dt="2025-04-21T20:23:37.673" v="2581"/>
          <ac:picMkLst>
            <pc:docMk/>
            <pc:sldMk cId="504707353" sldId="273"/>
            <ac:picMk id="4" creationId="{5002222B-35CD-C7F1-0146-91E8B8C7D04F}"/>
          </ac:picMkLst>
        </pc:picChg>
        <pc:picChg chg="add mod">
          <ac:chgData name="Ronak Agarwal" userId="524755ac557c1b43" providerId="LiveId" clId="{C02D88E3-4FAF-FB4E-9688-0491A86C7F66}" dt="2025-04-21T20:28:50.085" v="3453" actId="14100"/>
          <ac:picMkLst>
            <pc:docMk/>
            <pc:sldMk cId="504707353" sldId="273"/>
            <ac:picMk id="5" creationId="{8F9BD345-68D1-9FB7-7494-3FA173A30418}"/>
          </ac:picMkLst>
        </pc:picChg>
        <pc:picChg chg="add mod">
          <ac:chgData name="Ronak Agarwal" userId="524755ac557c1b43" providerId="LiveId" clId="{C02D88E3-4FAF-FB4E-9688-0491A86C7F66}" dt="2025-04-21T20:28:40.302" v="3451" actId="1076"/>
          <ac:picMkLst>
            <pc:docMk/>
            <pc:sldMk cId="504707353" sldId="273"/>
            <ac:picMk id="6" creationId="{306E89C4-C2A5-A3E5-D678-8F2527707C8A}"/>
          </ac:picMkLst>
        </pc:picChg>
      </pc:sldChg>
    </pc:docChg>
  </pc:docChgLst>
  <pc:docChgLst>
    <pc:chgData name="Ronak Agarwal" userId="524755ac557c1b43" providerId="LiveId" clId="{82E02464-45DF-CF42-B07B-1E8A2FBFF78B}"/>
    <pc:docChg chg="custSel addSld modSld">
      <pc:chgData name="Ronak Agarwal" userId="524755ac557c1b43" providerId="LiveId" clId="{82E02464-45DF-CF42-B07B-1E8A2FBFF78B}" dt="2025-04-16T03:55:40.595" v="4701" actId="26606"/>
      <pc:docMkLst>
        <pc:docMk/>
      </pc:docMkLst>
      <pc:sldChg chg="modSp mod">
        <pc:chgData name="Ronak Agarwal" userId="524755ac557c1b43" providerId="LiveId" clId="{82E02464-45DF-CF42-B07B-1E8A2FBFF78B}" dt="2025-04-16T03:38:47.211" v="3623"/>
        <pc:sldMkLst>
          <pc:docMk/>
          <pc:sldMk cId="916242128" sldId="256"/>
        </pc:sldMkLst>
        <pc:spChg chg="mod">
          <ac:chgData name="Ronak Agarwal" userId="524755ac557c1b43" providerId="LiveId" clId="{82E02464-45DF-CF42-B07B-1E8A2FBFF78B}" dt="2025-04-16T03:38:47.211" v="3623"/>
          <ac:spMkLst>
            <pc:docMk/>
            <pc:sldMk cId="916242128" sldId="256"/>
            <ac:spMk id="2" creationId="{1340C7A3-B11C-C992-D124-96934C9FE963}"/>
          </ac:spMkLst>
        </pc:spChg>
        <pc:spChg chg="mod">
          <ac:chgData name="Ronak Agarwal" userId="524755ac557c1b43" providerId="LiveId" clId="{82E02464-45DF-CF42-B07B-1E8A2FBFF78B}" dt="2025-04-16T03:38:47.211" v="3623"/>
          <ac:spMkLst>
            <pc:docMk/>
            <pc:sldMk cId="916242128" sldId="256"/>
            <ac:spMk id="3" creationId="{FE0E2CE1-876A-BB0A-D32B-EA8EFF9357B0}"/>
          </ac:spMkLst>
        </pc:spChg>
      </pc:sldChg>
      <pc:sldChg chg="addSp delSp modSp mod setBg delDesignElem">
        <pc:chgData name="Ronak Agarwal" userId="524755ac557c1b43" providerId="LiveId" clId="{82E02464-45DF-CF42-B07B-1E8A2FBFF78B}" dt="2025-04-16T03:38:47.211" v="3623"/>
        <pc:sldMkLst>
          <pc:docMk/>
          <pc:sldMk cId="579705574" sldId="257"/>
        </pc:sldMkLst>
      </pc:sldChg>
      <pc:sldChg chg="addSp modSp mod setBg">
        <pc:chgData name="Ronak Agarwal" userId="524755ac557c1b43" providerId="LiveId" clId="{82E02464-45DF-CF42-B07B-1E8A2FBFF78B}" dt="2025-04-16T03:54:00.062" v="4690" actId="14100"/>
        <pc:sldMkLst>
          <pc:docMk/>
          <pc:sldMk cId="3808440411" sldId="258"/>
        </pc:sldMkLst>
        <pc:spChg chg="mod">
          <ac:chgData name="Ronak Agarwal" userId="524755ac557c1b43" providerId="LiveId" clId="{82E02464-45DF-CF42-B07B-1E8A2FBFF78B}" dt="2025-04-16T03:53:28.325" v="4650" actId="26606"/>
          <ac:spMkLst>
            <pc:docMk/>
            <pc:sldMk cId="3808440411" sldId="258"/>
            <ac:spMk id="2" creationId="{3E204A6E-38F5-A3AF-153C-0B5B43466C94}"/>
          </ac:spMkLst>
        </pc:spChg>
        <pc:spChg chg="mod">
          <ac:chgData name="Ronak Agarwal" userId="524755ac557c1b43" providerId="LiveId" clId="{82E02464-45DF-CF42-B07B-1E8A2FBFF78B}" dt="2025-04-16T03:53:36.997" v="4657" actId="20577"/>
          <ac:spMkLst>
            <pc:docMk/>
            <pc:sldMk cId="3808440411" sldId="258"/>
            <ac:spMk id="3" creationId="{BFFB1C1F-5450-9E90-5373-35203CC68AFF}"/>
          </ac:spMkLst>
        </pc:spChg>
        <pc:spChg chg="add mod">
          <ac:chgData name="Ronak Agarwal" userId="524755ac557c1b43" providerId="LiveId" clId="{82E02464-45DF-CF42-B07B-1E8A2FBFF78B}" dt="2025-04-16T03:54:00.062" v="4690" actId="14100"/>
          <ac:spMkLst>
            <pc:docMk/>
            <pc:sldMk cId="3808440411" sldId="258"/>
            <ac:spMk id="5" creationId="{3CEA6891-B781-4C61-3DA6-3E59CA2B9AF7}"/>
          </ac:spMkLst>
        </pc:spChg>
        <pc:picChg chg="add mod">
          <ac:chgData name="Ronak Agarwal" userId="524755ac557c1b43" providerId="LiveId" clId="{82E02464-45DF-CF42-B07B-1E8A2FBFF78B}" dt="2025-04-16T03:53:28.325" v="4650" actId="26606"/>
          <ac:picMkLst>
            <pc:docMk/>
            <pc:sldMk cId="3808440411" sldId="258"/>
            <ac:picMk id="4" creationId="{110F0C35-86D2-D713-83FE-147F325BE7DC}"/>
          </ac:picMkLst>
        </pc:picChg>
      </pc:sldChg>
      <pc:sldChg chg="modSp mod">
        <pc:chgData name="Ronak Agarwal" userId="524755ac557c1b43" providerId="LiveId" clId="{82E02464-45DF-CF42-B07B-1E8A2FBFF78B}" dt="2025-04-16T03:38:47.211" v="3623"/>
        <pc:sldMkLst>
          <pc:docMk/>
          <pc:sldMk cId="267066305" sldId="259"/>
        </pc:sldMkLst>
        <pc:spChg chg="mod">
          <ac:chgData name="Ronak Agarwal" userId="524755ac557c1b43" providerId="LiveId" clId="{82E02464-45DF-CF42-B07B-1E8A2FBFF78B}" dt="2025-04-16T03:38:47.211" v="3623"/>
          <ac:spMkLst>
            <pc:docMk/>
            <pc:sldMk cId="267066305" sldId="259"/>
            <ac:spMk id="2" creationId="{C4741258-A099-4BC6-28FE-A0D37C1D21C7}"/>
          </ac:spMkLst>
        </pc:spChg>
        <pc:spChg chg="mod">
          <ac:chgData name="Ronak Agarwal" userId="524755ac557c1b43" providerId="LiveId" clId="{82E02464-45DF-CF42-B07B-1E8A2FBFF78B}" dt="2025-04-16T03:38:47.211" v="3623"/>
          <ac:spMkLst>
            <pc:docMk/>
            <pc:sldMk cId="267066305" sldId="259"/>
            <ac:spMk id="3" creationId="{B5576E3B-CF4C-10A7-73EE-18B828EA8D97}"/>
          </ac:spMkLst>
        </pc:spChg>
      </pc:sldChg>
      <pc:sldChg chg="addSp modSp mod setBg">
        <pc:chgData name="Ronak Agarwal" userId="524755ac557c1b43" providerId="LiveId" clId="{82E02464-45DF-CF42-B07B-1E8A2FBFF78B}" dt="2025-04-16T03:54:14.266" v="4691" actId="26606"/>
        <pc:sldMkLst>
          <pc:docMk/>
          <pc:sldMk cId="877923759" sldId="260"/>
        </pc:sldMkLst>
        <pc:spChg chg="mod">
          <ac:chgData name="Ronak Agarwal" userId="524755ac557c1b43" providerId="LiveId" clId="{82E02464-45DF-CF42-B07B-1E8A2FBFF78B}" dt="2025-04-16T03:54:14.266" v="4691" actId="26606"/>
          <ac:spMkLst>
            <pc:docMk/>
            <pc:sldMk cId="877923759" sldId="260"/>
            <ac:spMk id="2" creationId="{B6641A43-B44E-E79A-5B4A-8DD96BD24A16}"/>
          </ac:spMkLst>
        </pc:spChg>
        <pc:spChg chg="mod">
          <ac:chgData name="Ronak Agarwal" userId="524755ac557c1b43" providerId="LiveId" clId="{82E02464-45DF-CF42-B07B-1E8A2FBFF78B}" dt="2025-04-16T03:54:14.266" v="4691" actId="26606"/>
          <ac:spMkLst>
            <pc:docMk/>
            <pc:sldMk cId="877923759" sldId="260"/>
            <ac:spMk id="3" creationId="{1BBEFC82-195F-3E31-0BF9-5ACA8E1E565C}"/>
          </ac:spMkLst>
        </pc:spChg>
        <pc:spChg chg="add">
          <ac:chgData name="Ronak Agarwal" userId="524755ac557c1b43" providerId="LiveId" clId="{82E02464-45DF-CF42-B07B-1E8A2FBFF78B}" dt="2025-04-16T03:54:14.266" v="4691" actId="26606"/>
          <ac:spMkLst>
            <pc:docMk/>
            <pc:sldMk cId="877923759" sldId="260"/>
            <ac:spMk id="8" creationId="{20331F6A-DA09-422D-8CED-00C0B458583E}"/>
          </ac:spMkLst>
        </pc:spChg>
        <pc:spChg chg="add">
          <ac:chgData name="Ronak Agarwal" userId="524755ac557c1b43" providerId="LiveId" clId="{82E02464-45DF-CF42-B07B-1E8A2FBFF78B}" dt="2025-04-16T03:54:14.266" v="4691" actId="26606"/>
          <ac:spMkLst>
            <pc:docMk/>
            <pc:sldMk cId="877923759" sldId="260"/>
            <ac:spMk id="10" creationId="{107C2F65-00C4-451C-8BFA-E765DEC17168}"/>
          </ac:spMkLst>
        </pc:spChg>
        <pc:spChg chg="add">
          <ac:chgData name="Ronak Agarwal" userId="524755ac557c1b43" providerId="LiveId" clId="{82E02464-45DF-CF42-B07B-1E8A2FBFF78B}" dt="2025-04-16T03:54:14.266" v="4691" actId="26606"/>
          <ac:spMkLst>
            <pc:docMk/>
            <pc:sldMk cId="877923759" sldId="260"/>
            <ac:spMk id="12" creationId="{50DDF752-B2A6-49DC-B474-8E1F71AFF1DF}"/>
          </ac:spMkLst>
        </pc:spChg>
      </pc:sldChg>
      <pc:sldChg chg="addSp modSp mod setBg setClrOvrMap">
        <pc:chgData name="Ronak Agarwal" userId="524755ac557c1b43" providerId="LiveId" clId="{82E02464-45DF-CF42-B07B-1E8A2FBFF78B}" dt="2025-04-16T03:39:06.577" v="3624" actId="26606"/>
        <pc:sldMkLst>
          <pc:docMk/>
          <pc:sldMk cId="1628515934" sldId="261"/>
        </pc:sldMkLst>
        <pc:spChg chg="mod">
          <ac:chgData name="Ronak Agarwal" userId="524755ac557c1b43" providerId="LiveId" clId="{82E02464-45DF-CF42-B07B-1E8A2FBFF78B}" dt="2025-04-16T03:39:06.577" v="3624" actId="26606"/>
          <ac:spMkLst>
            <pc:docMk/>
            <pc:sldMk cId="1628515934" sldId="261"/>
            <ac:spMk id="2" creationId="{0A6351DD-4D86-0D69-9705-0759BAEC6F58}"/>
          </ac:spMkLst>
        </pc:spChg>
        <pc:spChg chg="mod">
          <ac:chgData name="Ronak Agarwal" userId="524755ac557c1b43" providerId="LiveId" clId="{82E02464-45DF-CF42-B07B-1E8A2FBFF78B}" dt="2025-04-16T03:39:06.577" v="3624" actId="26606"/>
          <ac:spMkLst>
            <pc:docMk/>
            <pc:sldMk cId="1628515934" sldId="261"/>
            <ac:spMk id="3" creationId="{A6AC7A79-0356-14B7-954D-49A2180D2395}"/>
          </ac:spMkLst>
        </pc:spChg>
        <pc:spChg chg="add">
          <ac:chgData name="Ronak Agarwal" userId="524755ac557c1b43" providerId="LiveId" clId="{82E02464-45DF-CF42-B07B-1E8A2FBFF78B}" dt="2025-04-16T03:39:06.577" v="3624" actId="26606"/>
          <ac:spMkLst>
            <pc:docMk/>
            <pc:sldMk cId="1628515934" sldId="261"/>
            <ac:spMk id="10" creationId="{B4AAD3FD-83A5-4B89-9F8F-01B8870865BE}"/>
          </ac:spMkLst>
        </pc:spChg>
        <pc:spChg chg="add">
          <ac:chgData name="Ronak Agarwal" userId="524755ac557c1b43" providerId="LiveId" clId="{82E02464-45DF-CF42-B07B-1E8A2FBFF78B}" dt="2025-04-16T03:39:06.577" v="3624" actId="26606"/>
          <ac:spMkLst>
            <pc:docMk/>
            <pc:sldMk cId="1628515934" sldId="261"/>
            <ac:spMk id="12" creationId="{61752F1D-FC0F-4103-9584-630E643CCDA6}"/>
          </ac:spMkLst>
        </pc:spChg>
        <pc:spChg chg="add">
          <ac:chgData name="Ronak Agarwal" userId="524755ac557c1b43" providerId="LiveId" clId="{82E02464-45DF-CF42-B07B-1E8A2FBFF78B}" dt="2025-04-16T03:39:06.577" v="3624" actId="26606"/>
          <ac:spMkLst>
            <pc:docMk/>
            <pc:sldMk cId="1628515934" sldId="261"/>
            <ac:spMk id="14" creationId="{70151CB7-E7DE-4917-B831-01DF9CE01306}"/>
          </ac:spMkLst>
        </pc:spChg>
        <pc:spChg chg="add">
          <ac:chgData name="Ronak Agarwal" userId="524755ac557c1b43" providerId="LiveId" clId="{82E02464-45DF-CF42-B07B-1E8A2FBFF78B}" dt="2025-04-16T03:39:06.577" v="3624" actId="26606"/>
          <ac:spMkLst>
            <pc:docMk/>
            <pc:sldMk cId="1628515934" sldId="261"/>
            <ac:spMk id="16" creationId="{A92A1116-1C84-41DF-B803-1F7B0883EC82}"/>
          </ac:spMkLst>
        </pc:spChg>
        <pc:picChg chg="add">
          <ac:chgData name="Ronak Agarwal" userId="524755ac557c1b43" providerId="LiveId" clId="{82E02464-45DF-CF42-B07B-1E8A2FBFF78B}" dt="2025-04-16T03:39:06.577" v="3624" actId="26606"/>
          <ac:picMkLst>
            <pc:docMk/>
            <pc:sldMk cId="1628515934" sldId="261"/>
            <ac:picMk id="7" creationId="{ACC22650-E73A-37BB-9E55-983FBEEF5634}"/>
          </ac:picMkLst>
        </pc:picChg>
      </pc:sldChg>
      <pc:sldChg chg="addSp delSp modSp mod setBg">
        <pc:chgData name="Ronak Agarwal" userId="524755ac557c1b43" providerId="LiveId" clId="{82E02464-45DF-CF42-B07B-1E8A2FBFF78B}" dt="2025-04-16T03:54:28.412" v="4692" actId="26606"/>
        <pc:sldMkLst>
          <pc:docMk/>
          <pc:sldMk cId="3759820725" sldId="262"/>
        </pc:sldMkLst>
        <pc:spChg chg="mod">
          <ac:chgData name="Ronak Agarwal" userId="524755ac557c1b43" providerId="LiveId" clId="{82E02464-45DF-CF42-B07B-1E8A2FBFF78B}" dt="2025-04-16T03:54:28.412" v="4692" actId="26606"/>
          <ac:spMkLst>
            <pc:docMk/>
            <pc:sldMk cId="3759820725" sldId="262"/>
            <ac:spMk id="2" creationId="{2EB5527C-9E75-38EC-1B05-C55AF7C8F6A6}"/>
          </ac:spMkLst>
        </pc:spChg>
        <pc:graphicFrameChg chg="add">
          <ac:chgData name="Ronak Agarwal" userId="524755ac557c1b43" providerId="LiveId" clId="{82E02464-45DF-CF42-B07B-1E8A2FBFF78B}" dt="2025-04-16T03:54:28.412" v="4692" actId="26606"/>
          <ac:graphicFrameMkLst>
            <pc:docMk/>
            <pc:sldMk cId="3759820725" sldId="262"/>
            <ac:graphicFrameMk id="5" creationId="{A7F53B40-DA27-E060-0AB4-B5DFB45BCE41}"/>
          </ac:graphicFrameMkLst>
        </pc:graphicFrameChg>
      </pc:sldChg>
      <pc:sldChg chg="modSp mod">
        <pc:chgData name="Ronak Agarwal" userId="524755ac557c1b43" providerId="LiveId" clId="{82E02464-45DF-CF42-B07B-1E8A2FBFF78B}" dt="2025-04-16T03:49:08.994" v="4004" actId="20577"/>
        <pc:sldMkLst>
          <pc:docMk/>
          <pc:sldMk cId="2986341469" sldId="263"/>
        </pc:sldMkLst>
        <pc:spChg chg="mod">
          <ac:chgData name="Ronak Agarwal" userId="524755ac557c1b43" providerId="LiveId" clId="{82E02464-45DF-CF42-B07B-1E8A2FBFF78B}" dt="2025-04-16T03:38:47.211" v="3623"/>
          <ac:spMkLst>
            <pc:docMk/>
            <pc:sldMk cId="2986341469" sldId="263"/>
            <ac:spMk id="2" creationId="{679F259B-D4EC-35B4-174C-EF1FEEB9CA0B}"/>
          </ac:spMkLst>
        </pc:spChg>
        <pc:spChg chg="mod">
          <ac:chgData name="Ronak Agarwal" userId="524755ac557c1b43" providerId="LiveId" clId="{82E02464-45DF-CF42-B07B-1E8A2FBFF78B}" dt="2025-04-16T03:49:08.994" v="4004" actId="20577"/>
          <ac:spMkLst>
            <pc:docMk/>
            <pc:sldMk cId="2986341469" sldId="263"/>
            <ac:spMk id="3" creationId="{BA285E7B-2D56-B26F-0703-F9D8FCCC8598}"/>
          </ac:spMkLst>
        </pc:spChg>
      </pc:sldChg>
      <pc:sldChg chg="addSp delSp modSp mod setBg">
        <pc:chgData name="Ronak Agarwal" userId="524755ac557c1b43" providerId="LiveId" clId="{82E02464-45DF-CF42-B07B-1E8A2FBFF78B}" dt="2025-04-16T03:55:15.112" v="4700" actId="20577"/>
        <pc:sldMkLst>
          <pc:docMk/>
          <pc:sldMk cId="2144462050" sldId="264"/>
        </pc:sldMkLst>
      </pc:sldChg>
      <pc:sldChg chg="addSp modSp mod setBg">
        <pc:chgData name="Ronak Agarwal" userId="524755ac557c1b43" providerId="LiveId" clId="{82E02464-45DF-CF42-B07B-1E8A2FBFF78B}" dt="2025-04-16T03:55:40.595" v="4701" actId="26606"/>
        <pc:sldMkLst>
          <pc:docMk/>
          <pc:sldMk cId="2287371401" sldId="265"/>
        </pc:sldMkLst>
        <pc:spChg chg="mod">
          <ac:chgData name="Ronak Agarwal" userId="524755ac557c1b43" providerId="LiveId" clId="{82E02464-45DF-CF42-B07B-1E8A2FBFF78B}" dt="2025-04-16T03:55:40.595" v="4701" actId="26606"/>
          <ac:spMkLst>
            <pc:docMk/>
            <pc:sldMk cId="2287371401" sldId="265"/>
            <ac:spMk id="2" creationId="{C7416DF5-C77F-F192-FADA-5ED931286095}"/>
          </ac:spMkLst>
        </pc:spChg>
        <pc:spChg chg="mod">
          <ac:chgData name="Ronak Agarwal" userId="524755ac557c1b43" providerId="LiveId" clId="{82E02464-45DF-CF42-B07B-1E8A2FBFF78B}" dt="2025-04-16T03:55:40.595" v="4701" actId="26606"/>
          <ac:spMkLst>
            <pc:docMk/>
            <pc:sldMk cId="2287371401" sldId="265"/>
            <ac:spMk id="3" creationId="{AD43B8C3-4160-5B1B-5977-0E479FA2D912}"/>
          </ac:spMkLst>
        </pc:spChg>
        <pc:picChg chg="add">
          <ac:chgData name="Ronak Agarwal" userId="524755ac557c1b43" providerId="LiveId" clId="{82E02464-45DF-CF42-B07B-1E8A2FBFF78B}" dt="2025-04-16T03:55:40.595" v="4701" actId="26606"/>
          <ac:picMkLst>
            <pc:docMk/>
            <pc:sldMk cId="2287371401" sldId="265"/>
            <ac:picMk id="5" creationId="{FB64FEF9-3EEB-A04C-2949-499A676A758E}"/>
          </ac:picMkLst>
        </pc:picChg>
      </pc:sldChg>
      <pc:sldChg chg="modSp new mod">
        <pc:chgData name="Ronak Agarwal" userId="524755ac557c1b43" providerId="LiveId" clId="{82E02464-45DF-CF42-B07B-1E8A2FBFF78B}" dt="2025-04-16T03:47:00.707" v="3628" actId="14100"/>
        <pc:sldMkLst>
          <pc:docMk/>
          <pc:sldMk cId="3038088205" sldId="26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A19748-51B8-41F7-BB1C-802CFF6A8D28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6CB002-4A82-47DA-B629-C62ED6F8CA7B}">
      <dgm:prSet/>
      <dgm:spPr/>
      <dgm:t>
        <a:bodyPr/>
        <a:lstStyle/>
        <a:p>
          <a:r>
            <a:rPr lang="en-US" b="0" i="0"/>
            <a:t>Basics:</a:t>
          </a:r>
          <a:endParaRPr lang="en-US"/>
        </a:p>
      </dgm:t>
    </dgm:pt>
    <dgm:pt modelId="{86F879A5-DD5E-4430-A329-70CE0B42A078}" type="parTrans" cxnId="{7136C3EC-DD08-4B21-AD88-79242420F8D7}">
      <dgm:prSet/>
      <dgm:spPr/>
      <dgm:t>
        <a:bodyPr/>
        <a:lstStyle/>
        <a:p>
          <a:endParaRPr lang="en-US"/>
        </a:p>
      </dgm:t>
    </dgm:pt>
    <dgm:pt modelId="{58999FAA-BDA0-4294-B7CE-A0BF6D49C984}" type="sibTrans" cxnId="{7136C3EC-DD08-4B21-AD88-79242420F8D7}">
      <dgm:prSet/>
      <dgm:spPr/>
      <dgm:t>
        <a:bodyPr/>
        <a:lstStyle/>
        <a:p>
          <a:endParaRPr lang="en-US"/>
        </a:p>
      </dgm:t>
    </dgm:pt>
    <dgm:pt modelId="{CAA23975-47C2-4FD6-AE36-9409270CFF36}">
      <dgm:prSet/>
      <dgm:spPr/>
      <dgm:t>
        <a:bodyPr/>
        <a:lstStyle/>
        <a:p>
          <a:r>
            <a:rPr lang="en-US" b="0" i="0"/>
            <a:t>Transformer on DNA</a:t>
          </a:r>
          <a:endParaRPr lang="en-US"/>
        </a:p>
      </dgm:t>
    </dgm:pt>
    <dgm:pt modelId="{70CFC481-AFC2-4956-97C8-B257ACE1FBFD}" type="parTrans" cxnId="{3B08AC34-8E73-4564-BE4F-FCA4A16FE26D}">
      <dgm:prSet/>
      <dgm:spPr/>
      <dgm:t>
        <a:bodyPr/>
        <a:lstStyle/>
        <a:p>
          <a:endParaRPr lang="en-US"/>
        </a:p>
      </dgm:t>
    </dgm:pt>
    <dgm:pt modelId="{441C326C-61F2-4B1D-BE2F-128E533FFDD0}" type="sibTrans" cxnId="{3B08AC34-8E73-4564-BE4F-FCA4A16FE26D}">
      <dgm:prSet/>
      <dgm:spPr/>
      <dgm:t>
        <a:bodyPr/>
        <a:lstStyle/>
        <a:p>
          <a:endParaRPr lang="en-US"/>
        </a:p>
      </dgm:t>
    </dgm:pt>
    <dgm:pt modelId="{65249578-8DAC-49B2-92F3-D4BFF4DE970F}">
      <dgm:prSet/>
      <dgm:spPr/>
      <dgm:t>
        <a:bodyPr/>
        <a:lstStyle/>
        <a:p>
          <a:r>
            <a:rPr lang="en-US" b="0" i="0"/>
            <a:t>Why this project:</a:t>
          </a:r>
          <a:endParaRPr lang="en-US"/>
        </a:p>
      </dgm:t>
    </dgm:pt>
    <dgm:pt modelId="{90F9DCB4-1565-4083-97DF-5E16E97CB06F}" type="parTrans" cxnId="{AE2E20D9-C170-44A0-9697-6EB528D4EC5B}">
      <dgm:prSet/>
      <dgm:spPr/>
      <dgm:t>
        <a:bodyPr/>
        <a:lstStyle/>
        <a:p>
          <a:endParaRPr lang="en-US"/>
        </a:p>
      </dgm:t>
    </dgm:pt>
    <dgm:pt modelId="{C99E1846-5840-4137-8199-46384CF97392}" type="sibTrans" cxnId="{AE2E20D9-C170-44A0-9697-6EB528D4EC5B}">
      <dgm:prSet/>
      <dgm:spPr/>
      <dgm:t>
        <a:bodyPr/>
        <a:lstStyle/>
        <a:p>
          <a:endParaRPr lang="en-US"/>
        </a:p>
      </dgm:t>
    </dgm:pt>
    <dgm:pt modelId="{A1CC9641-CD2A-4457-94B7-235AFBDE744C}">
      <dgm:prSet/>
      <dgm:spPr/>
      <dgm:t>
        <a:bodyPr/>
        <a:lstStyle/>
        <a:p>
          <a:r>
            <a:rPr lang="en-US" b="0" i="0"/>
            <a:t>Interesting</a:t>
          </a:r>
          <a:endParaRPr lang="en-US"/>
        </a:p>
      </dgm:t>
    </dgm:pt>
    <dgm:pt modelId="{06A2CC0B-FFCA-4FDC-9695-CFF4B5111F4D}" type="parTrans" cxnId="{FF880083-0FC3-48CF-94D4-1DD91FA43B96}">
      <dgm:prSet/>
      <dgm:spPr/>
      <dgm:t>
        <a:bodyPr/>
        <a:lstStyle/>
        <a:p>
          <a:endParaRPr lang="en-US"/>
        </a:p>
      </dgm:t>
    </dgm:pt>
    <dgm:pt modelId="{A3035021-084C-4A37-9747-71C547EC275E}" type="sibTrans" cxnId="{FF880083-0FC3-48CF-94D4-1DD91FA43B96}">
      <dgm:prSet/>
      <dgm:spPr/>
      <dgm:t>
        <a:bodyPr/>
        <a:lstStyle/>
        <a:p>
          <a:endParaRPr lang="en-US"/>
        </a:p>
      </dgm:t>
    </dgm:pt>
    <dgm:pt modelId="{5B8238D8-202C-4063-A0EC-13296DC92B9F}">
      <dgm:prSet/>
      <dgm:spPr/>
      <dgm:t>
        <a:bodyPr/>
        <a:lstStyle/>
        <a:p>
          <a:r>
            <a:rPr lang="en-US" b="0" i="0"/>
            <a:t>Great learning experience</a:t>
          </a:r>
          <a:endParaRPr lang="en-US"/>
        </a:p>
      </dgm:t>
    </dgm:pt>
    <dgm:pt modelId="{C62A45AF-31C4-4C91-A8FC-C5810A79FDB6}" type="parTrans" cxnId="{AC56BF9C-8571-4473-AAEA-210C04DF563B}">
      <dgm:prSet/>
      <dgm:spPr/>
      <dgm:t>
        <a:bodyPr/>
        <a:lstStyle/>
        <a:p>
          <a:endParaRPr lang="en-US"/>
        </a:p>
      </dgm:t>
    </dgm:pt>
    <dgm:pt modelId="{B8585330-FC08-48C1-945D-73EAD69319BD}" type="sibTrans" cxnId="{AC56BF9C-8571-4473-AAEA-210C04DF563B}">
      <dgm:prSet/>
      <dgm:spPr/>
      <dgm:t>
        <a:bodyPr/>
        <a:lstStyle/>
        <a:p>
          <a:endParaRPr lang="en-US"/>
        </a:p>
      </dgm:t>
    </dgm:pt>
    <dgm:pt modelId="{FCBFA46C-80A8-40BD-A7B4-F88972321987}">
      <dgm:prSet/>
      <dgm:spPr/>
      <dgm:t>
        <a:bodyPr/>
        <a:lstStyle/>
        <a:p>
          <a:r>
            <a:rPr lang="en-US" b="0" i="0"/>
            <a:t>Significance: </a:t>
          </a:r>
          <a:endParaRPr lang="en-US"/>
        </a:p>
      </dgm:t>
    </dgm:pt>
    <dgm:pt modelId="{3091255C-2CD1-44F9-BA24-88AE4C18F676}" type="parTrans" cxnId="{0065D36D-10F6-469A-9D34-F20051EF0C6F}">
      <dgm:prSet/>
      <dgm:spPr/>
      <dgm:t>
        <a:bodyPr/>
        <a:lstStyle/>
        <a:p>
          <a:endParaRPr lang="en-US"/>
        </a:p>
      </dgm:t>
    </dgm:pt>
    <dgm:pt modelId="{8A9C5CF4-0D4C-4F11-9093-19B92EEC5F2E}" type="sibTrans" cxnId="{0065D36D-10F6-469A-9D34-F20051EF0C6F}">
      <dgm:prSet/>
      <dgm:spPr/>
      <dgm:t>
        <a:bodyPr/>
        <a:lstStyle/>
        <a:p>
          <a:endParaRPr lang="en-US"/>
        </a:p>
      </dgm:t>
    </dgm:pt>
    <dgm:pt modelId="{526525B5-A215-418E-B063-10AC8B1D3FCD}">
      <dgm:prSet/>
      <dgm:spPr/>
      <dgm:t>
        <a:bodyPr/>
        <a:lstStyle/>
        <a:p>
          <a:r>
            <a:rPr lang="en-US" b="0" i="0"/>
            <a:t>Predictive power over gene sequences</a:t>
          </a:r>
          <a:endParaRPr lang="en-US"/>
        </a:p>
      </dgm:t>
    </dgm:pt>
    <dgm:pt modelId="{1FDDB102-6F6A-4684-AC43-00A675ADF214}" type="parTrans" cxnId="{97788658-2D1B-4FBC-B10D-64A77D7582C0}">
      <dgm:prSet/>
      <dgm:spPr/>
      <dgm:t>
        <a:bodyPr/>
        <a:lstStyle/>
        <a:p>
          <a:endParaRPr lang="en-US"/>
        </a:p>
      </dgm:t>
    </dgm:pt>
    <dgm:pt modelId="{579EA1CB-9111-46FF-AA22-ADA5A093393A}" type="sibTrans" cxnId="{97788658-2D1B-4FBC-B10D-64A77D7582C0}">
      <dgm:prSet/>
      <dgm:spPr/>
      <dgm:t>
        <a:bodyPr/>
        <a:lstStyle/>
        <a:p>
          <a:endParaRPr lang="en-US"/>
        </a:p>
      </dgm:t>
    </dgm:pt>
    <dgm:pt modelId="{F922E45E-9DCB-A54C-ABE5-EA0FCF22DD0B}" type="pres">
      <dgm:prSet presAssocID="{2DA19748-51B8-41F7-BB1C-802CFF6A8D2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7F76790-7009-F74A-AE4C-A2AF84E247C4}" type="pres">
      <dgm:prSet presAssocID="{8A6CB002-4A82-47DA-B629-C62ED6F8CA7B}" presName="root" presStyleCnt="0"/>
      <dgm:spPr/>
    </dgm:pt>
    <dgm:pt modelId="{DFD4881E-653C-CB40-A33D-8A9B162B663D}" type="pres">
      <dgm:prSet presAssocID="{8A6CB002-4A82-47DA-B629-C62ED6F8CA7B}" presName="rootComposite" presStyleCnt="0"/>
      <dgm:spPr/>
    </dgm:pt>
    <dgm:pt modelId="{93B50505-A1C7-AE43-B7F8-32771EBC4183}" type="pres">
      <dgm:prSet presAssocID="{8A6CB002-4A82-47DA-B629-C62ED6F8CA7B}" presName="rootText" presStyleLbl="node1" presStyleIdx="0" presStyleCnt="3"/>
      <dgm:spPr/>
    </dgm:pt>
    <dgm:pt modelId="{55D5ECC1-767C-9D41-B5E8-C7FB3F09BAA4}" type="pres">
      <dgm:prSet presAssocID="{8A6CB002-4A82-47DA-B629-C62ED6F8CA7B}" presName="rootConnector" presStyleLbl="node1" presStyleIdx="0" presStyleCnt="3"/>
      <dgm:spPr/>
    </dgm:pt>
    <dgm:pt modelId="{9B55266B-1514-3947-AA0A-3CECAB353539}" type="pres">
      <dgm:prSet presAssocID="{8A6CB002-4A82-47DA-B629-C62ED6F8CA7B}" presName="childShape" presStyleCnt="0"/>
      <dgm:spPr/>
    </dgm:pt>
    <dgm:pt modelId="{4F89DC26-1783-2741-8A0E-2367049E2755}" type="pres">
      <dgm:prSet presAssocID="{70CFC481-AFC2-4956-97C8-B257ACE1FBFD}" presName="Name13" presStyleLbl="parChTrans1D2" presStyleIdx="0" presStyleCnt="4"/>
      <dgm:spPr/>
    </dgm:pt>
    <dgm:pt modelId="{E6BA2153-1511-254E-8B9C-6AFD8E293496}" type="pres">
      <dgm:prSet presAssocID="{CAA23975-47C2-4FD6-AE36-9409270CFF36}" presName="childText" presStyleLbl="bgAcc1" presStyleIdx="0" presStyleCnt="4">
        <dgm:presLayoutVars>
          <dgm:bulletEnabled val="1"/>
        </dgm:presLayoutVars>
      </dgm:prSet>
      <dgm:spPr/>
    </dgm:pt>
    <dgm:pt modelId="{FEF31E3E-1A4F-734C-AB15-A3289FE3F4C3}" type="pres">
      <dgm:prSet presAssocID="{65249578-8DAC-49B2-92F3-D4BFF4DE970F}" presName="root" presStyleCnt="0"/>
      <dgm:spPr/>
    </dgm:pt>
    <dgm:pt modelId="{58638320-BCAC-9940-9A50-14EDBAA9EE80}" type="pres">
      <dgm:prSet presAssocID="{65249578-8DAC-49B2-92F3-D4BFF4DE970F}" presName="rootComposite" presStyleCnt="0"/>
      <dgm:spPr/>
    </dgm:pt>
    <dgm:pt modelId="{9AFB2670-65BF-0948-81DB-3A46F76C9B20}" type="pres">
      <dgm:prSet presAssocID="{65249578-8DAC-49B2-92F3-D4BFF4DE970F}" presName="rootText" presStyleLbl="node1" presStyleIdx="1" presStyleCnt="3"/>
      <dgm:spPr/>
    </dgm:pt>
    <dgm:pt modelId="{B312A3C6-AF08-2F41-BDF0-DFB91D41D5BF}" type="pres">
      <dgm:prSet presAssocID="{65249578-8DAC-49B2-92F3-D4BFF4DE970F}" presName="rootConnector" presStyleLbl="node1" presStyleIdx="1" presStyleCnt="3"/>
      <dgm:spPr/>
    </dgm:pt>
    <dgm:pt modelId="{4B3D39AA-BDFC-464C-AF53-6D72BE49B514}" type="pres">
      <dgm:prSet presAssocID="{65249578-8DAC-49B2-92F3-D4BFF4DE970F}" presName="childShape" presStyleCnt="0"/>
      <dgm:spPr/>
    </dgm:pt>
    <dgm:pt modelId="{828DD50A-73D6-AF4F-A218-15658B93F1E1}" type="pres">
      <dgm:prSet presAssocID="{06A2CC0B-FFCA-4FDC-9695-CFF4B5111F4D}" presName="Name13" presStyleLbl="parChTrans1D2" presStyleIdx="1" presStyleCnt="4"/>
      <dgm:spPr/>
    </dgm:pt>
    <dgm:pt modelId="{BE166B07-1157-9A4F-994F-541AF2DDFA81}" type="pres">
      <dgm:prSet presAssocID="{A1CC9641-CD2A-4457-94B7-235AFBDE744C}" presName="childText" presStyleLbl="bgAcc1" presStyleIdx="1" presStyleCnt="4">
        <dgm:presLayoutVars>
          <dgm:bulletEnabled val="1"/>
        </dgm:presLayoutVars>
      </dgm:prSet>
      <dgm:spPr/>
    </dgm:pt>
    <dgm:pt modelId="{14A398B2-BF2A-2A42-A419-A7B7B68E1DF6}" type="pres">
      <dgm:prSet presAssocID="{C62A45AF-31C4-4C91-A8FC-C5810A79FDB6}" presName="Name13" presStyleLbl="parChTrans1D2" presStyleIdx="2" presStyleCnt="4"/>
      <dgm:spPr/>
    </dgm:pt>
    <dgm:pt modelId="{5FD7B762-89D1-894B-B633-A2528C69A227}" type="pres">
      <dgm:prSet presAssocID="{5B8238D8-202C-4063-A0EC-13296DC92B9F}" presName="childText" presStyleLbl="bgAcc1" presStyleIdx="2" presStyleCnt="4">
        <dgm:presLayoutVars>
          <dgm:bulletEnabled val="1"/>
        </dgm:presLayoutVars>
      </dgm:prSet>
      <dgm:spPr/>
    </dgm:pt>
    <dgm:pt modelId="{3371C317-958F-F746-BD88-537792E828DA}" type="pres">
      <dgm:prSet presAssocID="{FCBFA46C-80A8-40BD-A7B4-F88972321987}" presName="root" presStyleCnt="0"/>
      <dgm:spPr/>
    </dgm:pt>
    <dgm:pt modelId="{0EA92572-BF8F-AA42-9DC4-CDDD810D149C}" type="pres">
      <dgm:prSet presAssocID="{FCBFA46C-80A8-40BD-A7B4-F88972321987}" presName="rootComposite" presStyleCnt="0"/>
      <dgm:spPr/>
    </dgm:pt>
    <dgm:pt modelId="{860ADD1C-B990-D04F-8B61-F8D7C2515B8E}" type="pres">
      <dgm:prSet presAssocID="{FCBFA46C-80A8-40BD-A7B4-F88972321987}" presName="rootText" presStyleLbl="node1" presStyleIdx="2" presStyleCnt="3"/>
      <dgm:spPr/>
    </dgm:pt>
    <dgm:pt modelId="{2CFAC0B5-FCC8-D44B-805C-9509D8D0CF39}" type="pres">
      <dgm:prSet presAssocID="{FCBFA46C-80A8-40BD-A7B4-F88972321987}" presName="rootConnector" presStyleLbl="node1" presStyleIdx="2" presStyleCnt="3"/>
      <dgm:spPr/>
    </dgm:pt>
    <dgm:pt modelId="{4A7D7338-1F88-434E-A15B-F95E6D7E5D81}" type="pres">
      <dgm:prSet presAssocID="{FCBFA46C-80A8-40BD-A7B4-F88972321987}" presName="childShape" presStyleCnt="0"/>
      <dgm:spPr/>
    </dgm:pt>
    <dgm:pt modelId="{86F6A57D-BB06-7F49-810E-915871082DA4}" type="pres">
      <dgm:prSet presAssocID="{1FDDB102-6F6A-4684-AC43-00A675ADF214}" presName="Name13" presStyleLbl="parChTrans1D2" presStyleIdx="3" presStyleCnt="4"/>
      <dgm:spPr/>
    </dgm:pt>
    <dgm:pt modelId="{D9EA994E-127E-1B46-B0F8-D1EBA1DFF4B9}" type="pres">
      <dgm:prSet presAssocID="{526525B5-A215-418E-B063-10AC8B1D3FCD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ECB60504-BC47-7048-B9A4-369B8422B43A}" type="presOf" srcId="{526525B5-A215-418E-B063-10AC8B1D3FCD}" destId="{D9EA994E-127E-1B46-B0F8-D1EBA1DFF4B9}" srcOrd="0" destOrd="0" presId="urn:microsoft.com/office/officeart/2005/8/layout/hierarchy3"/>
    <dgm:cxn modelId="{035E4505-71AC-7642-9F06-72A4140F528E}" type="presOf" srcId="{FCBFA46C-80A8-40BD-A7B4-F88972321987}" destId="{2CFAC0B5-FCC8-D44B-805C-9509D8D0CF39}" srcOrd="1" destOrd="0" presId="urn:microsoft.com/office/officeart/2005/8/layout/hierarchy3"/>
    <dgm:cxn modelId="{8542F910-5A31-E645-A162-E580BDD159AE}" type="presOf" srcId="{FCBFA46C-80A8-40BD-A7B4-F88972321987}" destId="{860ADD1C-B990-D04F-8B61-F8D7C2515B8E}" srcOrd="0" destOrd="0" presId="urn:microsoft.com/office/officeart/2005/8/layout/hierarchy3"/>
    <dgm:cxn modelId="{05602E19-922A-5A4E-B5E6-B2C0AA89AEFE}" type="presOf" srcId="{06A2CC0B-FFCA-4FDC-9695-CFF4B5111F4D}" destId="{828DD50A-73D6-AF4F-A218-15658B93F1E1}" srcOrd="0" destOrd="0" presId="urn:microsoft.com/office/officeart/2005/8/layout/hierarchy3"/>
    <dgm:cxn modelId="{3B08AC34-8E73-4564-BE4F-FCA4A16FE26D}" srcId="{8A6CB002-4A82-47DA-B629-C62ED6F8CA7B}" destId="{CAA23975-47C2-4FD6-AE36-9409270CFF36}" srcOrd="0" destOrd="0" parTransId="{70CFC481-AFC2-4956-97C8-B257ACE1FBFD}" sibTransId="{441C326C-61F2-4B1D-BE2F-128E533FFDD0}"/>
    <dgm:cxn modelId="{97788658-2D1B-4FBC-B10D-64A77D7582C0}" srcId="{FCBFA46C-80A8-40BD-A7B4-F88972321987}" destId="{526525B5-A215-418E-B063-10AC8B1D3FCD}" srcOrd="0" destOrd="0" parTransId="{1FDDB102-6F6A-4684-AC43-00A675ADF214}" sibTransId="{579EA1CB-9111-46FF-AA22-ADA5A093393A}"/>
    <dgm:cxn modelId="{0065D36D-10F6-469A-9D34-F20051EF0C6F}" srcId="{2DA19748-51B8-41F7-BB1C-802CFF6A8D28}" destId="{FCBFA46C-80A8-40BD-A7B4-F88972321987}" srcOrd="2" destOrd="0" parTransId="{3091255C-2CD1-44F9-BA24-88AE4C18F676}" sibTransId="{8A9C5CF4-0D4C-4F11-9093-19B92EEC5F2E}"/>
    <dgm:cxn modelId="{90FCF87A-AAAF-EA4C-91E6-CA5204D24D3B}" type="presOf" srcId="{65249578-8DAC-49B2-92F3-D4BFF4DE970F}" destId="{9AFB2670-65BF-0948-81DB-3A46F76C9B20}" srcOrd="0" destOrd="0" presId="urn:microsoft.com/office/officeart/2005/8/layout/hierarchy3"/>
    <dgm:cxn modelId="{FF880083-0FC3-48CF-94D4-1DD91FA43B96}" srcId="{65249578-8DAC-49B2-92F3-D4BFF4DE970F}" destId="{A1CC9641-CD2A-4457-94B7-235AFBDE744C}" srcOrd="0" destOrd="0" parTransId="{06A2CC0B-FFCA-4FDC-9695-CFF4B5111F4D}" sibTransId="{A3035021-084C-4A37-9747-71C547EC275E}"/>
    <dgm:cxn modelId="{31D8EF85-556A-3943-9674-7D7FEBBFE621}" type="presOf" srcId="{1FDDB102-6F6A-4684-AC43-00A675ADF214}" destId="{86F6A57D-BB06-7F49-810E-915871082DA4}" srcOrd="0" destOrd="0" presId="urn:microsoft.com/office/officeart/2005/8/layout/hierarchy3"/>
    <dgm:cxn modelId="{AC56BF9C-8571-4473-AAEA-210C04DF563B}" srcId="{65249578-8DAC-49B2-92F3-D4BFF4DE970F}" destId="{5B8238D8-202C-4063-A0EC-13296DC92B9F}" srcOrd="1" destOrd="0" parTransId="{C62A45AF-31C4-4C91-A8FC-C5810A79FDB6}" sibTransId="{B8585330-FC08-48C1-945D-73EAD69319BD}"/>
    <dgm:cxn modelId="{6DD4C2C0-335B-6543-92FB-A53AB76BA94E}" type="presOf" srcId="{5B8238D8-202C-4063-A0EC-13296DC92B9F}" destId="{5FD7B762-89D1-894B-B633-A2528C69A227}" srcOrd="0" destOrd="0" presId="urn:microsoft.com/office/officeart/2005/8/layout/hierarchy3"/>
    <dgm:cxn modelId="{34B0B6C2-70FC-4D45-8D8C-1556558EE216}" type="presOf" srcId="{8A6CB002-4A82-47DA-B629-C62ED6F8CA7B}" destId="{55D5ECC1-767C-9D41-B5E8-C7FB3F09BAA4}" srcOrd="1" destOrd="0" presId="urn:microsoft.com/office/officeart/2005/8/layout/hierarchy3"/>
    <dgm:cxn modelId="{B6CCADC3-6299-E245-AA7C-4990B260FF14}" type="presOf" srcId="{70CFC481-AFC2-4956-97C8-B257ACE1FBFD}" destId="{4F89DC26-1783-2741-8A0E-2367049E2755}" srcOrd="0" destOrd="0" presId="urn:microsoft.com/office/officeart/2005/8/layout/hierarchy3"/>
    <dgm:cxn modelId="{AE2E20D9-C170-44A0-9697-6EB528D4EC5B}" srcId="{2DA19748-51B8-41F7-BB1C-802CFF6A8D28}" destId="{65249578-8DAC-49B2-92F3-D4BFF4DE970F}" srcOrd="1" destOrd="0" parTransId="{90F9DCB4-1565-4083-97DF-5E16E97CB06F}" sibTransId="{C99E1846-5840-4137-8199-46384CF97392}"/>
    <dgm:cxn modelId="{52EEE5DA-4FF7-9D47-B4CF-26AF0FBA063E}" type="presOf" srcId="{CAA23975-47C2-4FD6-AE36-9409270CFF36}" destId="{E6BA2153-1511-254E-8B9C-6AFD8E293496}" srcOrd="0" destOrd="0" presId="urn:microsoft.com/office/officeart/2005/8/layout/hierarchy3"/>
    <dgm:cxn modelId="{6B8625DE-47D0-2B43-98C5-93CB4C4702E7}" type="presOf" srcId="{2DA19748-51B8-41F7-BB1C-802CFF6A8D28}" destId="{F922E45E-9DCB-A54C-ABE5-EA0FCF22DD0B}" srcOrd="0" destOrd="0" presId="urn:microsoft.com/office/officeart/2005/8/layout/hierarchy3"/>
    <dgm:cxn modelId="{7136C3EC-DD08-4B21-AD88-79242420F8D7}" srcId="{2DA19748-51B8-41F7-BB1C-802CFF6A8D28}" destId="{8A6CB002-4A82-47DA-B629-C62ED6F8CA7B}" srcOrd="0" destOrd="0" parTransId="{86F879A5-DD5E-4430-A329-70CE0B42A078}" sibTransId="{58999FAA-BDA0-4294-B7CE-A0BF6D49C984}"/>
    <dgm:cxn modelId="{3FC138FA-F59F-674B-A896-A6F593A89007}" type="presOf" srcId="{A1CC9641-CD2A-4457-94B7-235AFBDE744C}" destId="{BE166B07-1157-9A4F-994F-541AF2DDFA81}" srcOrd="0" destOrd="0" presId="urn:microsoft.com/office/officeart/2005/8/layout/hierarchy3"/>
    <dgm:cxn modelId="{94E361FC-0203-3641-99F0-676E7450F8F7}" type="presOf" srcId="{8A6CB002-4A82-47DA-B629-C62ED6F8CA7B}" destId="{93B50505-A1C7-AE43-B7F8-32771EBC4183}" srcOrd="0" destOrd="0" presId="urn:microsoft.com/office/officeart/2005/8/layout/hierarchy3"/>
    <dgm:cxn modelId="{F00BF1FC-4567-E746-A8F1-D944DED9176C}" type="presOf" srcId="{65249578-8DAC-49B2-92F3-D4BFF4DE970F}" destId="{B312A3C6-AF08-2F41-BDF0-DFB91D41D5BF}" srcOrd="1" destOrd="0" presId="urn:microsoft.com/office/officeart/2005/8/layout/hierarchy3"/>
    <dgm:cxn modelId="{48A6C2FE-7B53-DA46-AC9D-7660B1D09D1A}" type="presOf" srcId="{C62A45AF-31C4-4C91-A8FC-C5810A79FDB6}" destId="{14A398B2-BF2A-2A42-A419-A7B7B68E1DF6}" srcOrd="0" destOrd="0" presId="urn:microsoft.com/office/officeart/2005/8/layout/hierarchy3"/>
    <dgm:cxn modelId="{0596BE55-8D82-8C4F-BF25-C84793A83828}" type="presParOf" srcId="{F922E45E-9DCB-A54C-ABE5-EA0FCF22DD0B}" destId="{17F76790-7009-F74A-AE4C-A2AF84E247C4}" srcOrd="0" destOrd="0" presId="urn:microsoft.com/office/officeart/2005/8/layout/hierarchy3"/>
    <dgm:cxn modelId="{9BC76400-E551-814C-9756-D3A4F886851E}" type="presParOf" srcId="{17F76790-7009-F74A-AE4C-A2AF84E247C4}" destId="{DFD4881E-653C-CB40-A33D-8A9B162B663D}" srcOrd="0" destOrd="0" presId="urn:microsoft.com/office/officeart/2005/8/layout/hierarchy3"/>
    <dgm:cxn modelId="{31F765B0-828C-C04A-8902-F97BC6A8002C}" type="presParOf" srcId="{DFD4881E-653C-CB40-A33D-8A9B162B663D}" destId="{93B50505-A1C7-AE43-B7F8-32771EBC4183}" srcOrd="0" destOrd="0" presId="urn:microsoft.com/office/officeart/2005/8/layout/hierarchy3"/>
    <dgm:cxn modelId="{DC1FC314-53D0-F544-A6FD-EB3E9C6FDEDE}" type="presParOf" srcId="{DFD4881E-653C-CB40-A33D-8A9B162B663D}" destId="{55D5ECC1-767C-9D41-B5E8-C7FB3F09BAA4}" srcOrd="1" destOrd="0" presId="urn:microsoft.com/office/officeart/2005/8/layout/hierarchy3"/>
    <dgm:cxn modelId="{EFD89C9B-6D38-7844-ADC4-AACB7FD7C9E0}" type="presParOf" srcId="{17F76790-7009-F74A-AE4C-A2AF84E247C4}" destId="{9B55266B-1514-3947-AA0A-3CECAB353539}" srcOrd="1" destOrd="0" presId="urn:microsoft.com/office/officeart/2005/8/layout/hierarchy3"/>
    <dgm:cxn modelId="{05F5C858-2945-4F4A-AC25-E1856FB6E342}" type="presParOf" srcId="{9B55266B-1514-3947-AA0A-3CECAB353539}" destId="{4F89DC26-1783-2741-8A0E-2367049E2755}" srcOrd="0" destOrd="0" presId="urn:microsoft.com/office/officeart/2005/8/layout/hierarchy3"/>
    <dgm:cxn modelId="{03B2D2DD-C4E5-E641-A05F-9737B86C2133}" type="presParOf" srcId="{9B55266B-1514-3947-AA0A-3CECAB353539}" destId="{E6BA2153-1511-254E-8B9C-6AFD8E293496}" srcOrd="1" destOrd="0" presId="urn:microsoft.com/office/officeart/2005/8/layout/hierarchy3"/>
    <dgm:cxn modelId="{81623084-58CF-884F-940A-5A955BD5930A}" type="presParOf" srcId="{F922E45E-9DCB-A54C-ABE5-EA0FCF22DD0B}" destId="{FEF31E3E-1A4F-734C-AB15-A3289FE3F4C3}" srcOrd="1" destOrd="0" presId="urn:microsoft.com/office/officeart/2005/8/layout/hierarchy3"/>
    <dgm:cxn modelId="{83C88D59-2C76-894A-BD88-F21CEBED357B}" type="presParOf" srcId="{FEF31E3E-1A4F-734C-AB15-A3289FE3F4C3}" destId="{58638320-BCAC-9940-9A50-14EDBAA9EE80}" srcOrd="0" destOrd="0" presId="urn:microsoft.com/office/officeart/2005/8/layout/hierarchy3"/>
    <dgm:cxn modelId="{B6EA5959-AF8C-7241-9207-EC3E44107CA5}" type="presParOf" srcId="{58638320-BCAC-9940-9A50-14EDBAA9EE80}" destId="{9AFB2670-65BF-0948-81DB-3A46F76C9B20}" srcOrd="0" destOrd="0" presId="urn:microsoft.com/office/officeart/2005/8/layout/hierarchy3"/>
    <dgm:cxn modelId="{DC2C5648-E730-2E45-9D50-EEC66690E08E}" type="presParOf" srcId="{58638320-BCAC-9940-9A50-14EDBAA9EE80}" destId="{B312A3C6-AF08-2F41-BDF0-DFB91D41D5BF}" srcOrd="1" destOrd="0" presId="urn:microsoft.com/office/officeart/2005/8/layout/hierarchy3"/>
    <dgm:cxn modelId="{6FD4FB4C-C4D9-4E4B-9DD9-8E7D851279F8}" type="presParOf" srcId="{FEF31E3E-1A4F-734C-AB15-A3289FE3F4C3}" destId="{4B3D39AA-BDFC-464C-AF53-6D72BE49B514}" srcOrd="1" destOrd="0" presId="urn:microsoft.com/office/officeart/2005/8/layout/hierarchy3"/>
    <dgm:cxn modelId="{C3F0DA47-6FFA-914C-82CD-25091CF54921}" type="presParOf" srcId="{4B3D39AA-BDFC-464C-AF53-6D72BE49B514}" destId="{828DD50A-73D6-AF4F-A218-15658B93F1E1}" srcOrd="0" destOrd="0" presId="urn:microsoft.com/office/officeart/2005/8/layout/hierarchy3"/>
    <dgm:cxn modelId="{4A656F8C-83FA-C945-9F76-46D5382687B7}" type="presParOf" srcId="{4B3D39AA-BDFC-464C-AF53-6D72BE49B514}" destId="{BE166B07-1157-9A4F-994F-541AF2DDFA81}" srcOrd="1" destOrd="0" presId="urn:microsoft.com/office/officeart/2005/8/layout/hierarchy3"/>
    <dgm:cxn modelId="{483CECAB-94E8-0B46-AE26-11CF7A369BA6}" type="presParOf" srcId="{4B3D39AA-BDFC-464C-AF53-6D72BE49B514}" destId="{14A398B2-BF2A-2A42-A419-A7B7B68E1DF6}" srcOrd="2" destOrd="0" presId="urn:microsoft.com/office/officeart/2005/8/layout/hierarchy3"/>
    <dgm:cxn modelId="{4122B3FA-FF6B-0D4B-B618-0E1E0D682DFF}" type="presParOf" srcId="{4B3D39AA-BDFC-464C-AF53-6D72BE49B514}" destId="{5FD7B762-89D1-894B-B633-A2528C69A227}" srcOrd="3" destOrd="0" presId="urn:microsoft.com/office/officeart/2005/8/layout/hierarchy3"/>
    <dgm:cxn modelId="{E92B8E95-5D5D-0946-86D0-85911E15FF54}" type="presParOf" srcId="{F922E45E-9DCB-A54C-ABE5-EA0FCF22DD0B}" destId="{3371C317-958F-F746-BD88-537792E828DA}" srcOrd="2" destOrd="0" presId="urn:microsoft.com/office/officeart/2005/8/layout/hierarchy3"/>
    <dgm:cxn modelId="{E1A3EDA8-CEF5-D04D-8962-1BA3CA448B25}" type="presParOf" srcId="{3371C317-958F-F746-BD88-537792E828DA}" destId="{0EA92572-BF8F-AA42-9DC4-CDDD810D149C}" srcOrd="0" destOrd="0" presId="urn:microsoft.com/office/officeart/2005/8/layout/hierarchy3"/>
    <dgm:cxn modelId="{127425C0-FE14-F24F-A03C-0411A179CE51}" type="presParOf" srcId="{0EA92572-BF8F-AA42-9DC4-CDDD810D149C}" destId="{860ADD1C-B990-D04F-8B61-F8D7C2515B8E}" srcOrd="0" destOrd="0" presId="urn:microsoft.com/office/officeart/2005/8/layout/hierarchy3"/>
    <dgm:cxn modelId="{A0ABE0C3-CDBF-D140-BFF1-5D6D622B7238}" type="presParOf" srcId="{0EA92572-BF8F-AA42-9DC4-CDDD810D149C}" destId="{2CFAC0B5-FCC8-D44B-805C-9509D8D0CF39}" srcOrd="1" destOrd="0" presId="urn:microsoft.com/office/officeart/2005/8/layout/hierarchy3"/>
    <dgm:cxn modelId="{8940171E-D9F0-6943-B882-DF2D539B920E}" type="presParOf" srcId="{3371C317-958F-F746-BD88-537792E828DA}" destId="{4A7D7338-1F88-434E-A15B-F95E6D7E5D81}" srcOrd="1" destOrd="0" presId="urn:microsoft.com/office/officeart/2005/8/layout/hierarchy3"/>
    <dgm:cxn modelId="{8E4821FA-7F03-9640-9C1A-9F17124B9F34}" type="presParOf" srcId="{4A7D7338-1F88-434E-A15B-F95E6D7E5D81}" destId="{86F6A57D-BB06-7F49-810E-915871082DA4}" srcOrd="0" destOrd="0" presId="urn:microsoft.com/office/officeart/2005/8/layout/hierarchy3"/>
    <dgm:cxn modelId="{43C13854-3CA3-964B-9D16-E622E453E468}" type="presParOf" srcId="{4A7D7338-1F88-434E-A15B-F95E6D7E5D81}" destId="{D9EA994E-127E-1B46-B0F8-D1EBA1DFF4B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B8F0E9-5DD9-4787-9E08-6F0A22F071A0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EA8A38C-4CDD-49CF-9A19-4662F502C47B}">
      <dgm:prSet/>
      <dgm:spPr/>
      <dgm:t>
        <a:bodyPr/>
        <a:lstStyle/>
        <a:p>
          <a:r>
            <a:rPr lang="en-US" b="0" i="0"/>
            <a:t>Data collection/cleaning</a:t>
          </a:r>
          <a:endParaRPr lang="en-US"/>
        </a:p>
      </dgm:t>
    </dgm:pt>
    <dgm:pt modelId="{8E9A0AD4-EA0D-493B-B66B-9B75449EAE93}" type="parTrans" cxnId="{F7C1C533-952C-4266-AC1D-A46198F793F0}">
      <dgm:prSet/>
      <dgm:spPr/>
      <dgm:t>
        <a:bodyPr/>
        <a:lstStyle/>
        <a:p>
          <a:endParaRPr lang="en-US"/>
        </a:p>
      </dgm:t>
    </dgm:pt>
    <dgm:pt modelId="{55EFAC80-2F79-4A91-B321-6EBFD7901578}" type="sibTrans" cxnId="{F7C1C533-952C-4266-AC1D-A46198F793F0}">
      <dgm:prSet/>
      <dgm:spPr/>
      <dgm:t>
        <a:bodyPr/>
        <a:lstStyle/>
        <a:p>
          <a:endParaRPr lang="en-US"/>
        </a:p>
      </dgm:t>
    </dgm:pt>
    <dgm:pt modelId="{DD2F24F8-1D4D-4D28-9F6F-67A19E38D424}">
      <dgm:prSet/>
      <dgm:spPr/>
      <dgm:t>
        <a:bodyPr/>
        <a:lstStyle/>
        <a:p>
          <a:r>
            <a:rPr lang="en-US" b="0" i="0" dirty="0"/>
            <a:t>Want a big list of lists; each list represents a gene DNA sequence (with starting/stopping codons and no errors/mutations)</a:t>
          </a:r>
          <a:endParaRPr lang="en-US" dirty="0"/>
        </a:p>
      </dgm:t>
    </dgm:pt>
    <dgm:pt modelId="{B9FBB8D0-CAFF-4AB3-BF56-DEB131F2BE45}" type="parTrans" cxnId="{F1B73B1F-4702-4CB7-9A2E-D36FBF2044E2}">
      <dgm:prSet/>
      <dgm:spPr/>
      <dgm:t>
        <a:bodyPr/>
        <a:lstStyle/>
        <a:p>
          <a:endParaRPr lang="en-US"/>
        </a:p>
      </dgm:t>
    </dgm:pt>
    <dgm:pt modelId="{E5A38E27-BD1C-4FF9-9EE5-995DAB66C23B}" type="sibTrans" cxnId="{F1B73B1F-4702-4CB7-9A2E-D36FBF2044E2}">
      <dgm:prSet/>
      <dgm:spPr/>
      <dgm:t>
        <a:bodyPr/>
        <a:lstStyle/>
        <a:p>
          <a:endParaRPr lang="en-US"/>
        </a:p>
      </dgm:t>
    </dgm:pt>
    <dgm:pt modelId="{CD8FDD14-E3D2-4DE7-A1A7-7CC1ACE3625B}">
      <dgm:prSet/>
      <dgm:spPr/>
      <dgm:t>
        <a:bodyPr/>
        <a:lstStyle/>
        <a:p>
          <a:r>
            <a:rPr lang="en-US" b="0" i="0"/>
            <a:t>Model training</a:t>
          </a:r>
          <a:endParaRPr lang="en-US"/>
        </a:p>
      </dgm:t>
    </dgm:pt>
    <dgm:pt modelId="{68F1AFF6-E4DE-4239-8F9E-F70C923AF2C0}" type="parTrans" cxnId="{ABFEE53B-4DE6-4623-97FA-F976084187A1}">
      <dgm:prSet/>
      <dgm:spPr/>
      <dgm:t>
        <a:bodyPr/>
        <a:lstStyle/>
        <a:p>
          <a:endParaRPr lang="en-US"/>
        </a:p>
      </dgm:t>
    </dgm:pt>
    <dgm:pt modelId="{6BED74BA-A04B-4CB2-8D8A-6E1F7D43AD67}" type="sibTrans" cxnId="{ABFEE53B-4DE6-4623-97FA-F976084187A1}">
      <dgm:prSet/>
      <dgm:spPr/>
      <dgm:t>
        <a:bodyPr/>
        <a:lstStyle/>
        <a:p>
          <a:endParaRPr lang="en-US"/>
        </a:p>
      </dgm:t>
    </dgm:pt>
    <dgm:pt modelId="{93AA73F3-6067-4D38-B5F1-99EA5E344EB1}">
      <dgm:prSet/>
      <dgm:spPr/>
      <dgm:t>
        <a:bodyPr/>
        <a:lstStyle/>
        <a:p>
          <a:r>
            <a:rPr lang="en-US" b="0" i="0"/>
            <a:t>Train a transformer, learn to use MLX on my mac</a:t>
          </a:r>
          <a:endParaRPr lang="en-US"/>
        </a:p>
      </dgm:t>
    </dgm:pt>
    <dgm:pt modelId="{A50ACB4D-07DA-4630-A5A7-3233B2F9CB40}" type="parTrans" cxnId="{D17350CD-D5AF-4E7D-B1ED-4DFB69837AE8}">
      <dgm:prSet/>
      <dgm:spPr/>
      <dgm:t>
        <a:bodyPr/>
        <a:lstStyle/>
        <a:p>
          <a:endParaRPr lang="en-US"/>
        </a:p>
      </dgm:t>
    </dgm:pt>
    <dgm:pt modelId="{5AF02549-D718-414C-8E7A-72BE8E2B5A9D}" type="sibTrans" cxnId="{D17350CD-D5AF-4E7D-B1ED-4DFB69837AE8}">
      <dgm:prSet/>
      <dgm:spPr/>
      <dgm:t>
        <a:bodyPr/>
        <a:lstStyle/>
        <a:p>
          <a:endParaRPr lang="en-US"/>
        </a:p>
      </dgm:t>
    </dgm:pt>
    <dgm:pt modelId="{1C66C4AC-4728-46DD-AA16-7D37CCD36E48}">
      <dgm:prSet/>
      <dgm:spPr/>
      <dgm:t>
        <a:bodyPr/>
        <a:lstStyle/>
        <a:p>
          <a:r>
            <a:rPr lang="en-US" b="0" i="0" dirty="0"/>
            <a:t>Build transformer from semi-scratch (like I’ll use </a:t>
          </a:r>
          <a:r>
            <a:rPr lang="en-US" b="0" i="0" dirty="0" err="1"/>
            <a:t>pytorch</a:t>
          </a:r>
          <a:r>
            <a:rPr lang="en-US" b="0" i="0" dirty="0"/>
            <a:t>, but not the built in transformer)</a:t>
          </a:r>
          <a:endParaRPr lang="en-US" dirty="0"/>
        </a:p>
      </dgm:t>
    </dgm:pt>
    <dgm:pt modelId="{34F4097C-19CB-4ED0-BCD8-3FA61E2B24F1}" type="parTrans" cxnId="{BF6DC210-58EF-471B-BC7A-E7EC457A9C38}">
      <dgm:prSet/>
      <dgm:spPr/>
      <dgm:t>
        <a:bodyPr/>
        <a:lstStyle/>
        <a:p>
          <a:endParaRPr lang="en-US"/>
        </a:p>
      </dgm:t>
    </dgm:pt>
    <dgm:pt modelId="{FE5AE36F-774A-4E33-B6E2-917DF24753E7}" type="sibTrans" cxnId="{BF6DC210-58EF-471B-BC7A-E7EC457A9C38}">
      <dgm:prSet/>
      <dgm:spPr/>
      <dgm:t>
        <a:bodyPr/>
        <a:lstStyle/>
        <a:p>
          <a:endParaRPr lang="en-US"/>
        </a:p>
      </dgm:t>
    </dgm:pt>
    <dgm:pt modelId="{E3E4E68C-FDF4-4293-BBAB-9FC4F0D2F259}">
      <dgm:prSet/>
      <dgm:spPr/>
      <dgm:t>
        <a:bodyPr/>
        <a:lstStyle/>
        <a:p>
          <a:r>
            <a:rPr lang="en-US" b="0" i="0"/>
            <a:t>Model predictions:</a:t>
          </a:r>
          <a:endParaRPr lang="en-US"/>
        </a:p>
      </dgm:t>
    </dgm:pt>
    <dgm:pt modelId="{ACD4F8D5-72A2-4136-ADBC-F85E978AEA3B}" type="parTrans" cxnId="{89890CDB-75D8-43DE-A670-7EFE762FE667}">
      <dgm:prSet/>
      <dgm:spPr/>
      <dgm:t>
        <a:bodyPr/>
        <a:lstStyle/>
        <a:p>
          <a:endParaRPr lang="en-US"/>
        </a:p>
      </dgm:t>
    </dgm:pt>
    <dgm:pt modelId="{78488024-1FAA-441D-BF36-CB409A4FBB31}" type="sibTrans" cxnId="{89890CDB-75D8-43DE-A670-7EFE762FE667}">
      <dgm:prSet/>
      <dgm:spPr/>
      <dgm:t>
        <a:bodyPr/>
        <a:lstStyle/>
        <a:p>
          <a:endParaRPr lang="en-US"/>
        </a:p>
      </dgm:t>
    </dgm:pt>
    <dgm:pt modelId="{0D6D0F18-B242-42BF-9AB1-FF957C06484F}">
      <dgm:prSet/>
      <dgm:spPr/>
      <dgm:t>
        <a:bodyPr/>
        <a:lstStyle/>
        <a:p>
          <a:r>
            <a:rPr lang="en-US" b="0" i="0"/>
            <a:t>Making novel strands, simulating in alpha fold</a:t>
          </a:r>
          <a:endParaRPr lang="en-US"/>
        </a:p>
      </dgm:t>
    </dgm:pt>
    <dgm:pt modelId="{447331A2-A278-4F79-8DC2-0A20DEB53EAD}" type="parTrans" cxnId="{421CFEA3-BFA7-4B14-BF54-DDE76EB5791D}">
      <dgm:prSet/>
      <dgm:spPr/>
      <dgm:t>
        <a:bodyPr/>
        <a:lstStyle/>
        <a:p>
          <a:endParaRPr lang="en-US"/>
        </a:p>
      </dgm:t>
    </dgm:pt>
    <dgm:pt modelId="{FD9E2F00-DF4E-4BF2-AD72-9EB92880CEAF}" type="sibTrans" cxnId="{421CFEA3-BFA7-4B14-BF54-DDE76EB5791D}">
      <dgm:prSet/>
      <dgm:spPr/>
      <dgm:t>
        <a:bodyPr/>
        <a:lstStyle/>
        <a:p>
          <a:endParaRPr lang="en-US"/>
        </a:p>
      </dgm:t>
    </dgm:pt>
    <dgm:pt modelId="{7EBC1B4D-8C9A-49D9-8520-DD2BCA3F2944}">
      <dgm:prSet/>
      <dgm:spPr/>
      <dgm:t>
        <a:bodyPr/>
        <a:lstStyle/>
        <a:p>
          <a:r>
            <a:rPr lang="en-US" b="0" i="0" dirty="0"/>
            <a:t>Make mutation, seeing if I can use model to catch it </a:t>
          </a:r>
          <a:endParaRPr lang="en-US" dirty="0"/>
        </a:p>
      </dgm:t>
    </dgm:pt>
    <dgm:pt modelId="{C659F039-88DC-4C31-8105-55E72E904D81}" type="parTrans" cxnId="{3E2F14CE-3DF7-4137-AC92-FCBFD85B89E0}">
      <dgm:prSet/>
      <dgm:spPr/>
      <dgm:t>
        <a:bodyPr/>
        <a:lstStyle/>
        <a:p>
          <a:endParaRPr lang="en-US"/>
        </a:p>
      </dgm:t>
    </dgm:pt>
    <dgm:pt modelId="{08599942-061D-4EE7-8536-2083AB34B4F8}" type="sibTrans" cxnId="{3E2F14CE-3DF7-4137-AC92-FCBFD85B89E0}">
      <dgm:prSet/>
      <dgm:spPr/>
      <dgm:t>
        <a:bodyPr/>
        <a:lstStyle/>
        <a:p>
          <a:endParaRPr lang="en-US"/>
        </a:p>
      </dgm:t>
    </dgm:pt>
    <dgm:pt modelId="{733F043C-BD92-B742-9982-0837908336C1}" type="pres">
      <dgm:prSet presAssocID="{5BB8F0E9-5DD9-4787-9E08-6F0A22F071A0}" presName="Name0" presStyleCnt="0">
        <dgm:presLayoutVars>
          <dgm:dir/>
          <dgm:animLvl val="lvl"/>
          <dgm:resizeHandles val="exact"/>
        </dgm:presLayoutVars>
      </dgm:prSet>
      <dgm:spPr/>
    </dgm:pt>
    <dgm:pt modelId="{4C2980BD-A06C-D042-B321-2185486D2079}" type="pres">
      <dgm:prSet presAssocID="{CEA8A38C-4CDD-49CF-9A19-4662F502C47B}" presName="linNode" presStyleCnt="0"/>
      <dgm:spPr/>
    </dgm:pt>
    <dgm:pt modelId="{EB2EA87E-ED4D-264F-AE80-22FE54C587FF}" type="pres">
      <dgm:prSet presAssocID="{CEA8A38C-4CDD-49CF-9A19-4662F502C47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7D779C9-3453-CB4B-892D-A4AAC790E6B3}" type="pres">
      <dgm:prSet presAssocID="{CEA8A38C-4CDD-49CF-9A19-4662F502C47B}" presName="descendantText" presStyleLbl="alignAccFollowNode1" presStyleIdx="0" presStyleCnt="3">
        <dgm:presLayoutVars>
          <dgm:bulletEnabled val="1"/>
        </dgm:presLayoutVars>
      </dgm:prSet>
      <dgm:spPr/>
    </dgm:pt>
    <dgm:pt modelId="{08585B5C-B9FC-BF42-9C72-145C55D8512C}" type="pres">
      <dgm:prSet presAssocID="{55EFAC80-2F79-4A91-B321-6EBFD7901578}" presName="sp" presStyleCnt="0"/>
      <dgm:spPr/>
    </dgm:pt>
    <dgm:pt modelId="{3131535E-D771-084D-8619-FFF6A7A872B8}" type="pres">
      <dgm:prSet presAssocID="{CD8FDD14-E3D2-4DE7-A1A7-7CC1ACE3625B}" presName="linNode" presStyleCnt="0"/>
      <dgm:spPr/>
    </dgm:pt>
    <dgm:pt modelId="{C3FDDFDC-096F-DE44-A85C-E3937E49E92A}" type="pres">
      <dgm:prSet presAssocID="{CD8FDD14-E3D2-4DE7-A1A7-7CC1ACE3625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2E7245E-E68B-FF48-AA6C-8D400EE1E8A9}" type="pres">
      <dgm:prSet presAssocID="{CD8FDD14-E3D2-4DE7-A1A7-7CC1ACE3625B}" presName="descendantText" presStyleLbl="alignAccFollowNode1" presStyleIdx="1" presStyleCnt="3">
        <dgm:presLayoutVars>
          <dgm:bulletEnabled val="1"/>
        </dgm:presLayoutVars>
      </dgm:prSet>
      <dgm:spPr/>
    </dgm:pt>
    <dgm:pt modelId="{41CC7777-1D36-ED4A-8C39-CDF0EAA7895A}" type="pres">
      <dgm:prSet presAssocID="{6BED74BA-A04B-4CB2-8D8A-6E1F7D43AD67}" presName="sp" presStyleCnt="0"/>
      <dgm:spPr/>
    </dgm:pt>
    <dgm:pt modelId="{9A5100AD-DCE0-D348-9CA8-6B5308502521}" type="pres">
      <dgm:prSet presAssocID="{E3E4E68C-FDF4-4293-BBAB-9FC4F0D2F259}" presName="linNode" presStyleCnt="0"/>
      <dgm:spPr/>
    </dgm:pt>
    <dgm:pt modelId="{47B8F6B3-6DCF-FE44-97F3-C2E50AD5A60C}" type="pres">
      <dgm:prSet presAssocID="{E3E4E68C-FDF4-4293-BBAB-9FC4F0D2F25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E335079-E07A-F749-A68A-7D3FD124897D}" type="pres">
      <dgm:prSet presAssocID="{E3E4E68C-FDF4-4293-BBAB-9FC4F0D2F25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F6DC210-58EF-471B-BC7A-E7EC457A9C38}" srcId="{CD8FDD14-E3D2-4DE7-A1A7-7CC1ACE3625B}" destId="{1C66C4AC-4728-46DD-AA16-7D37CCD36E48}" srcOrd="1" destOrd="0" parTransId="{34F4097C-19CB-4ED0-BCD8-3FA61E2B24F1}" sibTransId="{FE5AE36F-774A-4E33-B6E2-917DF24753E7}"/>
    <dgm:cxn modelId="{F1B73B1F-4702-4CB7-9A2E-D36FBF2044E2}" srcId="{CEA8A38C-4CDD-49CF-9A19-4662F502C47B}" destId="{DD2F24F8-1D4D-4D28-9F6F-67A19E38D424}" srcOrd="0" destOrd="0" parTransId="{B9FBB8D0-CAFF-4AB3-BF56-DEB131F2BE45}" sibTransId="{E5A38E27-BD1C-4FF9-9EE5-995DAB66C23B}"/>
    <dgm:cxn modelId="{B2316023-9348-804F-9D11-1D745756D779}" type="presOf" srcId="{7EBC1B4D-8C9A-49D9-8520-DD2BCA3F2944}" destId="{4E335079-E07A-F749-A68A-7D3FD124897D}" srcOrd="0" destOrd="1" presId="urn:microsoft.com/office/officeart/2005/8/layout/vList5"/>
    <dgm:cxn modelId="{F7C1C533-952C-4266-AC1D-A46198F793F0}" srcId="{5BB8F0E9-5DD9-4787-9E08-6F0A22F071A0}" destId="{CEA8A38C-4CDD-49CF-9A19-4662F502C47B}" srcOrd="0" destOrd="0" parTransId="{8E9A0AD4-EA0D-493B-B66B-9B75449EAE93}" sibTransId="{55EFAC80-2F79-4A91-B321-6EBFD7901578}"/>
    <dgm:cxn modelId="{ABFEE53B-4DE6-4623-97FA-F976084187A1}" srcId="{5BB8F0E9-5DD9-4787-9E08-6F0A22F071A0}" destId="{CD8FDD14-E3D2-4DE7-A1A7-7CC1ACE3625B}" srcOrd="1" destOrd="0" parTransId="{68F1AFF6-E4DE-4239-8F9E-F70C923AF2C0}" sibTransId="{6BED74BA-A04B-4CB2-8D8A-6E1F7D43AD67}"/>
    <dgm:cxn modelId="{D86ABD5A-AEE4-0C4E-9BBF-A7DF1828A18B}" type="presOf" srcId="{0D6D0F18-B242-42BF-9AB1-FF957C06484F}" destId="{4E335079-E07A-F749-A68A-7D3FD124897D}" srcOrd="0" destOrd="0" presId="urn:microsoft.com/office/officeart/2005/8/layout/vList5"/>
    <dgm:cxn modelId="{F8B78DA2-E1FD-954F-B6E6-B2F6843969B8}" type="presOf" srcId="{93AA73F3-6067-4D38-B5F1-99EA5E344EB1}" destId="{B2E7245E-E68B-FF48-AA6C-8D400EE1E8A9}" srcOrd="0" destOrd="0" presId="urn:microsoft.com/office/officeart/2005/8/layout/vList5"/>
    <dgm:cxn modelId="{421CFEA3-BFA7-4B14-BF54-DDE76EB5791D}" srcId="{E3E4E68C-FDF4-4293-BBAB-9FC4F0D2F259}" destId="{0D6D0F18-B242-42BF-9AB1-FF957C06484F}" srcOrd="0" destOrd="0" parTransId="{447331A2-A278-4F79-8DC2-0A20DEB53EAD}" sibTransId="{FD9E2F00-DF4E-4BF2-AD72-9EB92880CEAF}"/>
    <dgm:cxn modelId="{6CE828B3-DA2F-9D45-AC17-9E455D62339E}" type="presOf" srcId="{E3E4E68C-FDF4-4293-BBAB-9FC4F0D2F259}" destId="{47B8F6B3-6DCF-FE44-97F3-C2E50AD5A60C}" srcOrd="0" destOrd="0" presId="urn:microsoft.com/office/officeart/2005/8/layout/vList5"/>
    <dgm:cxn modelId="{74E75BB7-309F-F14C-A840-CE701E72DBAD}" type="presOf" srcId="{5BB8F0E9-5DD9-4787-9E08-6F0A22F071A0}" destId="{733F043C-BD92-B742-9982-0837908336C1}" srcOrd="0" destOrd="0" presId="urn:microsoft.com/office/officeart/2005/8/layout/vList5"/>
    <dgm:cxn modelId="{D17350CD-D5AF-4E7D-B1ED-4DFB69837AE8}" srcId="{CD8FDD14-E3D2-4DE7-A1A7-7CC1ACE3625B}" destId="{93AA73F3-6067-4D38-B5F1-99EA5E344EB1}" srcOrd="0" destOrd="0" parTransId="{A50ACB4D-07DA-4630-A5A7-3233B2F9CB40}" sibTransId="{5AF02549-D718-414C-8E7A-72BE8E2B5A9D}"/>
    <dgm:cxn modelId="{3E2F14CE-3DF7-4137-AC92-FCBFD85B89E0}" srcId="{E3E4E68C-FDF4-4293-BBAB-9FC4F0D2F259}" destId="{7EBC1B4D-8C9A-49D9-8520-DD2BCA3F2944}" srcOrd="1" destOrd="0" parTransId="{C659F039-88DC-4C31-8105-55E72E904D81}" sibTransId="{08599942-061D-4EE7-8536-2083AB34B4F8}"/>
    <dgm:cxn modelId="{4D26E8D4-B44D-DA46-96BE-87FCE3832B5A}" type="presOf" srcId="{CEA8A38C-4CDD-49CF-9A19-4662F502C47B}" destId="{EB2EA87E-ED4D-264F-AE80-22FE54C587FF}" srcOrd="0" destOrd="0" presId="urn:microsoft.com/office/officeart/2005/8/layout/vList5"/>
    <dgm:cxn modelId="{525604DB-4A68-DD48-BB06-70109DF55596}" type="presOf" srcId="{1C66C4AC-4728-46DD-AA16-7D37CCD36E48}" destId="{B2E7245E-E68B-FF48-AA6C-8D400EE1E8A9}" srcOrd="0" destOrd="1" presId="urn:microsoft.com/office/officeart/2005/8/layout/vList5"/>
    <dgm:cxn modelId="{89890CDB-75D8-43DE-A670-7EFE762FE667}" srcId="{5BB8F0E9-5DD9-4787-9E08-6F0A22F071A0}" destId="{E3E4E68C-FDF4-4293-BBAB-9FC4F0D2F259}" srcOrd="2" destOrd="0" parTransId="{ACD4F8D5-72A2-4136-ADBC-F85E978AEA3B}" sibTransId="{78488024-1FAA-441D-BF36-CB409A4FBB31}"/>
    <dgm:cxn modelId="{9875C7E2-6D9B-E644-9167-3B3FD2D3AEF3}" type="presOf" srcId="{DD2F24F8-1D4D-4D28-9F6F-67A19E38D424}" destId="{07D779C9-3453-CB4B-892D-A4AAC790E6B3}" srcOrd="0" destOrd="0" presId="urn:microsoft.com/office/officeart/2005/8/layout/vList5"/>
    <dgm:cxn modelId="{0B125DFB-2730-CF45-8901-22DFF0258D30}" type="presOf" srcId="{CD8FDD14-E3D2-4DE7-A1A7-7CC1ACE3625B}" destId="{C3FDDFDC-096F-DE44-A85C-E3937E49E92A}" srcOrd="0" destOrd="0" presId="urn:microsoft.com/office/officeart/2005/8/layout/vList5"/>
    <dgm:cxn modelId="{246B9C53-BC00-6D46-A51F-1AB1AEDE421D}" type="presParOf" srcId="{733F043C-BD92-B742-9982-0837908336C1}" destId="{4C2980BD-A06C-D042-B321-2185486D2079}" srcOrd="0" destOrd="0" presId="urn:microsoft.com/office/officeart/2005/8/layout/vList5"/>
    <dgm:cxn modelId="{BDDE7120-F1B4-4948-A9DA-61720A361AE1}" type="presParOf" srcId="{4C2980BD-A06C-D042-B321-2185486D2079}" destId="{EB2EA87E-ED4D-264F-AE80-22FE54C587FF}" srcOrd="0" destOrd="0" presId="urn:microsoft.com/office/officeart/2005/8/layout/vList5"/>
    <dgm:cxn modelId="{95386B23-D0F9-924E-8D2B-936BA2309364}" type="presParOf" srcId="{4C2980BD-A06C-D042-B321-2185486D2079}" destId="{07D779C9-3453-CB4B-892D-A4AAC790E6B3}" srcOrd="1" destOrd="0" presId="urn:microsoft.com/office/officeart/2005/8/layout/vList5"/>
    <dgm:cxn modelId="{329190F1-05FE-4741-928A-9BC378EFF180}" type="presParOf" srcId="{733F043C-BD92-B742-9982-0837908336C1}" destId="{08585B5C-B9FC-BF42-9C72-145C55D8512C}" srcOrd="1" destOrd="0" presId="urn:microsoft.com/office/officeart/2005/8/layout/vList5"/>
    <dgm:cxn modelId="{3E865708-79A9-2348-BFBD-E069E3E60F47}" type="presParOf" srcId="{733F043C-BD92-B742-9982-0837908336C1}" destId="{3131535E-D771-084D-8619-FFF6A7A872B8}" srcOrd="2" destOrd="0" presId="urn:microsoft.com/office/officeart/2005/8/layout/vList5"/>
    <dgm:cxn modelId="{1CB4CD5C-11C6-BA48-92DA-60179AB82DF9}" type="presParOf" srcId="{3131535E-D771-084D-8619-FFF6A7A872B8}" destId="{C3FDDFDC-096F-DE44-A85C-E3937E49E92A}" srcOrd="0" destOrd="0" presId="urn:microsoft.com/office/officeart/2005/8/layout/vList5"/>
    <dgm:cxn modelId="{78CDDB27-703D-D64B-96B5-D8F86D9A24E9}" type="presParOf" srcId="{3131535E-D771-084D-8619-FFF6A7A872B8}" destId="{B2E7245E-E68B-FF48-AA6C-8D400EE1E8A9}" srcOrd="1" destOrd="0" presId="urn:microsoft.com/office/officeart/2005/8/layout/vList5"/>
    <dgm:cxn modelId="{AE51884A-7C8B-DC42-BD51-75A5C0D5ED44}" type="presParOf" srcId="{733F043C-BD92-B742-9982-0837908336C1}" destId="{41CC7777-1D36-ED4A-8C39-CDF0EAA7895A}" srcOrd="3" destOrd="0" presId="urn:microsoft.com/office/officeart/2005/8/layout/vList5"/>
    <dgm:cxn modelId="{3D474BB7-25F2-0544-86A1-A676C3013C8B}" type="presParOf" srcId="{733F043C-BD92-B742-9982-0837908336C1}" destId="{9A5100AD-DCE0-D348-9CA8-6B5308502521}" srcOrd="4" destOrd="0" presId="urn:microsoft.com/office/officeart/2005/8/layout/vList5"/>
    <dgm:cxn modelId="{5B4AE5C3-BF7E-CF40-9AB6-BE76727B50AC}" type="presParOf" srcId="{9A5100AD-DCE0-D348-9CA8-6B5308502521}" destId="{47B8F6B3-6DCF-FE44-97F3-C2E50AD5A60C}" srcOrd="0" destOrd="0" presId="urn:microsoft.com/office/officeart/2005/8/layout/vList5"/>
    <dgm:cxn modelId="{D4B37D1E-7818-C74E-A93B-EB411CD6EA14}" type="presParOf" srcId="{9A5100AD-DCE0-D348-9CA8-6B5308502521}" destId="{4E335079-E07A-F749-A68A-7D3FD124897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50505-A1C7-AE43-B7F8-32771EBC4183}">
      <dsp:nvSpPr>
        <dsp:cNvPr id="0" name=""/>
        <dsp:cNvSpPr/>
      </dsp:nvSpPr>
      <dsp:spPr>
        <a:xfrm>
          <a:off x="2044876" y="734"/>
          <a:ext cx="1944461" cy="9722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Basics:</a:t>
          </a:r>
          <a:endParaRPr lang="en-US" sz="2200" kern="1200"/>
        </a:p>
      </dsp:txBody>
      <dsp:txXfrm>
        <a:off x="2073352" y="29210"/>
        <a:ext cx="1887509" cy="915278"/>
      </dsp:txXfrm>
    </dsp:sp>
    <dsp:sp modelId="{4F89DC26-1783-2741-8A0E-2367049E2755}">
      <dsp:nvSpPr>
        <dsp:cNvPr id="0" name=""/>
        <dsp:cNvSpPr/>
      </dsp:nvSpPr>
      <dsp:spPr>
        <a:xfrm>
          <a:off x="2239323" y="972965"/>
          <a:ext cx="194446" cy="7291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9173"/>
              </a:lnTo>
              <a:lnTo>
                <a:pt x="194446" y="72917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A2153-1511-254E-8B9C-6AFD8E293496}">
      <dsp:nvSpPr>
        <dsp:cNvPr id="0" name=""/>
        <dsp:cNvSpPr/>
      </dsp:nvSpPr>
      <dsp:spPr>
        <a:xfrm>
          <a:off x="2433769" y="1216023"/>
          <a:ext cx="1555569" cy="972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Transformer on DNA</a:t>
          </a:r>
          <a:endParaRPr lang="en-US" sz="1500" kern="1200"/>
        </a:p>
      </dsp:txBody>
      <dsp:txXfrm>
        <a:off x="2462245" y="1244499"/>
        <a:ext cx="1498617" cy="915278"/>
      </dsp:txXfrm>
    </dsp:sp>
    <dsp:sp modelId="{9AFB2670-65BF-0948-81DB-3A46F76C9B20}">
      <dsp:nvSpPr>
        <dsp:cNvPr id="0" name=""/>
        <dsp:cNvSpPr/>
      </dsp:nvSpPr>
      <dsp:spPr>
        <a:xfrm>
          <a:off x="4475454" y="734"/>
          <a:ext cx="1944461" cy="9722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Why this project:</a:t>
          </a:r>
          <a:endParaRPr lang="en-US" sz="2200" kern="1200"/>
        </a:p>
      </dsp:txBody>
      <dsp:txXfrm>
        <a:off x="4503930" y="29210"/>
        <a:ext cx="1887509" cy="915278"/>
      </dsp:txXfrm>
    </dsp:sp>
    <dsp:sp modelId="{828DD50A-73D6-AF4F-A218-15658B93F1E1}">
      <dsp:nvSpPr>
        <dsp:cNvPr id="0" name=""/>
        <dsp:cNvSpPr/>
      </dsp:nvSpPr>
      <dsp:spPr>
        <a:xfrm>
          <a:off x="4669900" y="972965"/>
          <a:ext cx="194446" cy="7291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9173"/>
              </a:lnTo>
              <a:lnTo>
                <a:pt x="194446" y="72917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166B07-1157-9A4F-994F-541AF2DDFA81}">
      <dsp:nvSpPr>
        <dsp:cNvPr id="0" name=""/>
        <dsp:cNvSpPr/>
      </dsp:nvSpPr>
      <dsp:spPr>
        <a:xfrm>
          <a:off x="4864346" y="1216023"/>
          <a:ext cx="1555569" cy="972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Interesting</a:t>
          </a:r>
          <a:endParaRPr lang="en-US" sz="1500" kern="1200"/>
        </a:p>
      </dsp:txBody>
      <dsp:txXfrm>
        <a:off x="4892822" y="1244499"/>
        <a:ext cx="1498617" cy="915278"/>
      </dsp:txXfrm>
    </dsp:sp>
    <dsp:sp modelId="{14A398B2-BF2A-2A42-A419-A7B7B68E1DF6}">
      <dsp:nvSpPr>
        <dsp:cNvPr id="0" name=""/>
        <dsp:cNvSpPr/>
      </dsp:nvSpPr>
      <dsp:spPr>
        <a:xfrm>
          <a:off x="4669900" y="972965"/>
          <a:ext cx="194446" cy="1944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461"/>
              </a:lnTo>
              <a:lnTo>
                <a:pt x="194446" y="194446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7B762-89D1-894B-B633-A2528C69A227}">
      <dsp:nvSpPr>
        <dsp:cNvPr id="0" name=""/>
        <dsp:cNvSpPr/>
      </dsp:nvSpPr>
      <dsp:spPr>
        <a:xfrm>
          <a:off x="4864346" y="2431311"/>
          <a:ext cx="1555569" cy="972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Great learning experience</a:t>
          </a:r>
          <a:endParaRPr lang="en-US" sz="1500" kern="1200"/>
        </a:p>
      </dsp:txBody>
      <dsp:txXfrm>
        <a:off x="4892822" y="2459787"/>
        <a:ext cx="1498617" cy="915278"/>
      </dsp:txXfrm>
    </dsp:sp>
    <dsp:sp modelId="{860ADD1C-B990-D04F-8B61-F8D7C2515B8E}">
      <dsp:nvSpPr>
        <dsp:cNvPr id="0" name=""/>
        <dsp:cNvSpPr/>
      </dsp:nvSpPr>
      <dsp:spPr>
        <a:xfrm>
          <a:off x="6906031" y="734"/>
          <a:ext cx="1944461" cy="9722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Significance: </a:t>
          </a:r>
          <a:endParaRPr lang="en-US" sz="2200" kern="1200"/>
        </a:p>
      </dsp:txBody>
      <dsp:txXfrm>
        <a:off x="6934507" y="29210"/>
        <a:ext cx="1887509" cy="915278"/>
      </dsp:txXfrm>
    </dsp:sp>
    <dsp:sp modelId="{86F6A57D-BB06-7F49-810E-915871082DA4}">
      <dsp:nvSpPr>
        <dsp:cNvPr id="0" name=""/>
        <dsp:cNvSpPr/>
      </dsp:nvSpPr>
      <dsp:spPr>
        <a:xfrm>
          <a:off x="7100477" y="972965"/>
          <a:ext cx="194446" cy="7291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9173"/>
              </a:lnTo>
              <a:lnTo>
                <a:pt x="194446" y="72917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A994E-127E-1B46-B0F8-D1EBA1DFF4B9}">
      <dsp:nvSpPr>
        <dsp:cNvPr id="0" name=""/>
        <dsp:cNvSpPr/>
      </dsp:nvSpPr>
      <dsp:spPr>
        <a:xfrm>
          <a:off x="7294923" y="1216023"/>
          <a:ext cx="1555569" cy="972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Predictive power over gene sequences</a:t>
          </a:r>
          <a:endParaRPr lang="en-US" sz="1500" kern="1200"/>
        </a:p>
      </dsp:txBody>
      <dsp:txXfrm>
        <a:off x="7323399" y="1244499"/>
        <a:ext cx="1498617" cy="9152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779C9-3453-CB4B-892D-A4AAC790E6B3}">
      <dsp:nvSpPr>
        <dsp:cNvPr id="0" name=""/>
        <dsp:cNvSpPr/>
      </dsp:nvSpPr>
      <dsp:spPr>
        <a:xfrm rot="5400000">
          <a:off x="5872059" y="-2353787"/>
          <a:ext cx="1045799" cy="6018785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dirty="0"/>
            <a:t>Want a big list of lists; each list represents a gene DNA sequence (with starting/stopping codons and no errors/mutations)</a:t>
          </a:r>
          <a:endParaRPr lang="en-US" sz="1900" kern="1200" dirty="0"/>
        </a:p>
      </dsp:txBody>
      <dsp:txXfrm rot="-5400000">
        <a:off x="3385566" y="183758"/>
        <a:ext cx="5967733" cy="943695"/>
      </dsp:txXfrm>
    </dsp:sp>
    <dsp:sp modelId="{EB2EA87E-ED4D-264F-AE80-22FE54C587FF}">
      <dsp:nvSpPr>
        <dsp:cNvPr id="0" name=""/>
        <dsp:cNvSpPr/>
      </dsp:nvSpPr>
      <dsp:spPr>
        <a:xfrm>
          <a:off x="0" y="1980"/>
          <a:ext cx="3385566" cy="13072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Data collection/cleaning</a:t>
          </a:r>
          <a:endParaRPr lang="en-US" sz="2300" kern="1200"/>
        </a:p>
      </dsp:txBody>
      <dsp:txXfrm>
        <a:off x="63815" y="65795"/>
        <a:ext cx="3257936" cy="1179619"/>
      </dsp:txXfrm>
    </dsp:sp>
    <dsp:sp modelId="{B2E7245E-E68B-FF48-AA6C-8D400EE1E8A9}">
      <dsp:nvSpPr>
        <dsp:cNvPr id="0" name=""/>
        <dsp:cNvSpPr/>
      </dsp:nvSpPr>
      <dsp:spPr>
        <a:xfrm rot="5400000">
          <a:off x="5872059" y="-981175"/>
          <a:ext cx="1045799" cy="6018785"/>
        </a:xfrm>
        <a:prstGeom prst="round2SameRect">
          <a:avLst/>
        </a:prstGeom>
        <a:solidFill>
          <a:schemeClr val="accent5">
            <a:tint val="40000"/>
            <a:alpha val="90000"/>
            <a:hueOff val="3014506"/>
            <a:satOff val="29"/>
            <a:lumOff val="232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3014506"/>
              <a:satOff val="29"/>
              <a:lumOff val="2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/>
            <a:t>Train a transformer, learn to use MLX on my mac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dirty="0"/>
            <a:t>Build transformer from semi-scratch (like I’ll use </a:t>
          </a:r>
          <a:r>
            <a:rPr lang="en-US" sz="1900" b="0" i="0" kern="1200" dirty="0" err="1"/>
            <a:t>pytorch</a:t>
          </a:r>
          <a:r>
            <a:rPr lang="en-US" sz="1900" b="0" i="0" kern="1200" dirty="0"/>
            <a:t>, but not the built in transformer)</a:t>
          </a:r>
          <a:endParaRPr lang="en-US" sz="1900" kern="1200" dirty="0"/>
        </a:p>
      </dsp:txBody>
      <dsp:txXfrm rot="-5400000">
        <a:off x="3385566" y="1556370"/>
        <a:ext cx="5967733" cy="943695"/>
      </dsp:txXfrm>
    </dsp:sp>
    <dsp:sp modelId="{C3FDDFDC-096F-DE44-A85C-E3937E49E92A}">
      <dsp:nvSpPr>
        <dsp:cNvPr id="0" name=""/>
        <dsp:cNvSpPr/>
      </dsp:nvSpPr>
      <dsp:spPr>
        <a:xfrm>
          <a:off x="0" y="1374592"/>
          <a:ext cx="3385566" cy="1307249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Model training</a:t>
          </a:r>
          <a:endParaRPr lang="en-US" sz="2300" kern="1200"/>
        </a:p>
      </dsp:txBody>
      <dsp:txXfrm>
        <a:off x="63815" y="1438407"/>
        <a:ext cx="3257936" cy="1179619"/>
      </dsp:txXfrm>
    </dsp:sp>
    <dsp:sp modelId="{4E335079-E07A-F749-A68A-7D3FD124897D}">
      <dsp:nvSpPr>
        <dsp:cNvPr id="0" name=""/>
        <dsp:cNvSpPr/>
      </dsp:nvSpPr>
      <dsp:spPr>
        <a:xfrm rot="5400000">
          <a:off x="5872059" y="391436"/>
          <a:ext cx="1045799" cy="6018785"/>
        </a:xfrm>
        <a:prstGeom prst="round2SameRect">
          <a:avLst/>
        </a:prstGeom>
        <a:solidFill>
          <a:schemeClr val="accent5">
            <a:tint val="40000"/>
            <a:alpha val="90000"/>
            <a:hueOff val="6029011"/>
            <a:satOff val="58"/>
            <a:lumOff val="463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6029011"/>
              <a:satOff val="58"/>
              <a:lumOff val="4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/>
            <a:t>Making novel strands, simulating in alpha fold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dirty="0"/>
            <a:t>Make mutation, seeing if I can use model to catch it </a:t>
          </a:r>
          <a:endParaRPr lang="en-US" sz="1900" kern="1200" dirty="0"/>
        </a:p>
      </dsp:txBody>
      <dsp:txXfrm rot="-5400000">
        <a:off x="3385566" y="2928981"/>
        <a:ext cx="5967733" cy="943695"/>
      </dsp:txXfrm>
    </dsp:sp>
    <dsp:sp modelId="{47B8F6B3-6DCF-FE44-97F3-C2E50AD5A60C}">
      <dsp:nvSpPr>
        <dsp:cNvPr id="0" name=""/>
        <dsp:cNvSpPr/>
      </dsp:nvSpPr>
      <dsp:spPr>
        <a:xfrm>
          <a:off x="0" y="2747204"/>
          <a:ext cx="3385566" cy="1307249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Model predictions:</a:t>
          </a:r>
          <a:endParaRPr lang="en-US" sz="2300" kern="1200"/>
        </a:p>
      </dsp:txBody>
      <dsp:txXfrm>
        <a:off x="63815" y="2811019"/>
        <a:ext cx="3257936" cy="1179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9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5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1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0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6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1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3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9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0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92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5533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43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92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56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72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1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754FB7-B3FA-8A46-8CBB-86E88BCEA643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80E71-3755-0245-AD4A-B2595C525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bacteria.ensembl.org/info/about/species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C7A3-B11C-C992-D124-96934C9FE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transformer for DNA mutation identification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E2CE1-876A-BB0A-D32B-EA8EFF935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Ronak Agarwal</a:t>
            </a:r>
          </a:p>
        </p:txBody>
      </p:sp>
    </p:spTree>
    <p:extLst>
      <p:ext uri="{BB962C8B-B14F-4D97-AF65-F5344CB8AC3E}">
        <p14:creationId xmlns:p14="http://schemas.microsoft.com/office/powerpoint/2010/main" val="91624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0BC33-8625-C63E-2F9C-C95C40F8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Project introduction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C76112-0E31-66DF-8CFE-D5626DB4B4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23927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8600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4A6E-38F5-A3AF-153C-0B5B4346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B1C1F-5450-9E90-5373-35203CC68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5965394" cy="419618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Use transformer self-attention model to predict DNA sequences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Goal is to learn details of how a transformer works by building self-attention mechanism from linear layers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Another more “novel” thing I’m going to try to do is combine Hamming distance with the output from the model to predict mutations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Long term, if we start with a sequence it would be cool to try generating novel synthetic proteins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Probably outside scope of this project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Would be hard to shape the “context” to form something with a targeted functionality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Hard to test predictions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F0C35-86D2-D713-83FE-147F325BE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5" y="2145861"/>
            <a:ext cx="4008888" cy="40088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EA6891-B781-4C61-3DA6-3E59CA2B9AF7}"/>
              </a:ext>
            </a:extLst>
          </p:cNvPr>
          <p:cNvSpPr txBox="1"/>
          <p:nvPr/>
        </p:nvSpPr>
        <p:spPr>
          <a:xfrm>
            <a:off x="7694762" y="1604513"/>
            <a:ext cx="384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produced with </a:t>
            </a:r>
            <a:r>
              <a:rPr lang="en-US" dirty="0" err="1"/>
              <a:t>chatGPT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4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1258-A099-4BC6-28FE-A0D37C1D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drew me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76E3B-CF4C-10A7-73EE-18B828EA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the idea of intelligently predicting a codon based on past codons is such a complicated, interesting question</a:t>
            </a:r>
          </a:p>
          <a:p>
            <a:r>
              <a:rPr lang="en-US" dirty="0"/>
              <a:t>Transformers seem to naturally fit into this environment: they encode context, have the capacity to learn incredibly intricate rules</a:t>
            </a:r>
          </a:p>
          <a:p>
            <a:r>
              <a:rPr lang="en-US" dirty="0"/>
              <a:t>Codons also make a great token</a:t>
            </a:r>
          </a:p>
          <a:p>
            <a:r>
              <a:rPr lang="en-US" dirty="0"/>
              <a:t>But mutations aren’t on the level of tokens, they are on the level of base-pairs</a:t>
            </a:r>
          </a:p>
          <a:p>
            <a:r>
              <a:rPr lang="en-US" dirty="0"/>
              <a:t>Also super interesting to generalize the problem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26706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331F6A-DA09-422D-8CED-00C0B4585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C2F65-00C4-451C-8BFA-E765DEC17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733" y="0"/>
            <a:ext cx="321564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41A43-B44E-E79A-5B4A-8DD96BD2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169" y="1447799"/>
            <a:ext cx="2731458" cy="4766734"/>
          </a:xfrm>
        </p:spPr>
        <p:txBody>
          <a:bodyPr anchor="t">
            <a:normAutofit/>
          </a:bodyPr>
          <a:lstStyle/>
          <a:p>
            <a:r>
              <a:rPr lang="en-US" sz="3100">
                <a:solidFill>
                  <a:schemeClr val="tx1"/>
                </a:solidFill>
              </a:rPr>
              <a:t>Significance of project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DDF752-B2A6-49DC-B474-8E1F71AFF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4859" y="0"/>
            <a:ext cx="1438656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FC82-195F-3E31-0BF9-5ACA8E1E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447798"/>
            <a:ext cx="6282984" cy="4766735"/>
          </a:xfrm>
        </p:spPr>
        <p:txBody>
          <a:bodyPr anchor="t">
            <a:normAutofit/>
          </a:bodyPr>
          <a:lstStyle/>
          <a:p>
            <a:r>
              <a:rPr lang="en-US" dirty="0"/>
              <a:t>Creates parallels to wide range of other problems</a:t>
            </a:r>
          </a:p>
          <a:p>
            <a:pPr lvl="1"/>
            <a:r>
              <a:rPr lang="en-US" dirty="0"/>
              <a:t>E.g. decoding drunk text based on context, cohesion, patterns of speech tailored to the person, and QWERTY distance</a:t>
            </a:r>
          </a:p>
          <a:p>
            <a:r>
              <a:rPr lang="en-US" dirty="0"/>
              <a:t>Would be useful to be able to analyze gene sequences</a:t>
            </a:r>
          </a:p>
          <a:p>
            <a:r>
              <a:rPr lang="en-US" dirty="0"/>
              <a:t>Would be useful to measure “cohesion” of proposed gene sequence</a:t>
            </a:r>
          </a:p>
          <a:p>
            <a:r>
              <a:rPr lang="en-US" dirty="0"/>
              <a:t>Would be useful to correcting mutations using both nucleotide Hamming distance and transformer cohesion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351DD-4D86-0D69-9705-0759BAEC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Ethics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Light Bulb and Gear">
            <a:extLst>
              <a:ext uri="{FF2B5EF4-FFF2-40B4-BE49-F238E27FC236}">
                <a16:creationId xmlns:a16="http://schemas.microsoft.com/office/drawing/2014/main" id="{ACC22650-E73A-37BB-9E55-983FBEEF5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3992" y="704054"/>
            <a:ext cx="5449889" cy="5449889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7A79-0356-14B7-954D-49A2180D2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Data privacy depending on genome</a:t>
            </a:r>
          </a:p>
          <a:p>
            <a:endParaRPr lang="en-US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515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527C-9E75-38EC-1B05-C55AF7C8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Data processing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F53B40-DA27-E060-0AB4-B5DFB45BC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233782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982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9B33-DDE7-522A-1BED-D4667E0A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609601"/>
            <a:ext cx="9404723" cy="1400530"/>
          </a:xfrm>
        </p:spPr>
        <p:txBody>
          <a:bodyPr/>
          <a:lstStyle/>
          <a:p>
            <a:r>
              <a:rPr lang="en-US" dirty="0"/>
              <a:t>Data cleaning and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A6EA9-2473-AB91-CDE1-653383053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Data: </a:t>
            </a:r>
            <a:r>
              <a:rPr lang="en-US" dirty="0">
                <a:hlinkClick r:id="rId2"/>
              </a:rPr>
              <a:t>http://bacteria.ensembl.org/info/about/species.html</a:t>
            </a:r>
            <a:endParaRPr lang="en-US" dirty="0"/>
          </a:p>
          <a:p>
            <a:r>
              <a:rPr lang="en-US" dirty="0"/>
              <a:t>Downloaded exon sequences, parsed with library</a:t>
            </a:r>
          </a:p>
          <a:p>
            <a:r>
              <a:rPr lang="en-US" dirty="0"/>
              <a:t>Cleaning:</a:t>
            </a:r>
          </a:p>
          <a:p>
            <a:pPr lvl="1"/>
            <a:r>
              <a:rPr lang="en-US" dirty="0"/>
              <a:t>Size limits; multiple of 3 BP length; No “N” </a:t>
            </a:r>
          </a:p>
          <a:p>
            <a:pPr lvl="1"/>
            <a:r>
              <a:rPr lang="en-US" dirty="0"/>
              <a:t>Convert 3-BP sequences </a:t>
            </a:r>
            <a:r>
              <a:rPr lang="en-US" dirty="0">
                <a:sym typeface="Wingdings" pitchFamily="2" charset="2"/>
              </a:rPr>
              <a:t> amino acid/signal/token</a:t>
            </a:r>
            <a:endParaRPr lang="en-US" dirty="0"/>
          </a:p>
          <a:p>
            <a:pPr lvl="1"/>
            <a:r>
              <a:rPr lang="en-US" dirty="0"/>
              <a:t>After convert to tokens, start with “11” ends with “0”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6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02D0-4C97-EC74-CCFE-83DA5A0F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7CA89-CB4A-7EF5-8C51-2C1DD12C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22677"/>
            <a:ext cx="8946541" cy="4195481"/>
          </a:xfrm>
        </p:spPr>
        <p:txBody>
          <a:bodyPr/>
          <a:lstStyle/>
          <a:p>
            <a:r>
              <a:rPr lang="en-US" dirty="0"/>
              <a:t>Read from “.fa” file format </a:t>
            </a:r>
            <a:r>
              <a:rPr lang="en-US" dirty="0">
                <a:sym typeface="Wingdings" pitchFamily="2" charset="2"/>
              </a:rPr>
              <a:t>into string of letters</a:t>
            </a:r>
          </a:p>
          <a:p>
            <a:r>
              <a:rPr lang="en-US" dirty="0">
                <a:sym typeface="Wingdings" pitchFamily="2" charset="2"/>
              </a:rPr>
              <a:t>Filter: length; 0 mod 3; no invalid character: 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/>
              <a:t>String of letters </a:t>
            </a:r>
            <a:r>
              <a:rPr lang="en-US" dirty="0">
                <a:sym typeface="Wingdings" pitchFamily="2" charset="2"/>
              </a:rPr>
              <a:t> sequence of integers corresponding to the communicated amino acid/start/stop message: used dictionary mapping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9B11E-D600-F201-C3EC-54956D9F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05" y="2711124"/>
            <a:ext cx="4314295" cy="20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01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D1C53-486A-7AD5-8726-7C5C422F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Understanding the data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2B3F0-4FEA-5F5D-7A61-D1423E0D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92" y="1385290"/>
            <a:ext cx="5449889" cy="4087416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FD42F-F74D-1D92-3D02-358AC512B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Distribution of length of genes before cleaning</a:t>
            </a:r>
          </a:p>
          <a:p>
            <a:r>
              <a:rPr lang="en-US" dirty="0">
                <a:solidFill>
                  <a:srgbClr val="EBEBEB"/>
                </a:solidFill>
              </a:rPr>
              <a:t>Spike at about 200 codons (600 bp)</a:t>
            </a:r>
          </a:p>
          <a:p>
            <a:r>
              <a:rPr lang="en-US" dirty="0">
                <a:solidFill>
                  <a:srgbClr val="EBEBEB"/>
                </a:solidFill>
              </a:rPr>
              <a:t>Wanted genes of generally similar length, so took between 500 and 650</a:t>
            </a:r>
          </a:p>
          <a:p>
            <a:endParaRPr lang="en-US" dirty="0">
              <a:solidFill>
                <a:srgbClr val="EBEBEB"/>
              </a:solidFill>
            </a:endParaRPr>
          </a:p>
          <a:p>
            <a:endParaRPr lang="en-US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97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E646-009A-AD09-6886-1F20CD71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3C5E2-07B6-9BCD-7B12-66660AE72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 transformer works (basic): </a:t>
            </a:r>
          </a:p>
          <a:p>
            <a:pPr lvl="1"/>
            <a:r>
              <a:rPr lang="en-US" dirty="0"/>
              <a:t>One-hot encoding: not have metric on space</a:t>
            </a:r>
          </a:p>
          <a:p>
            <a:pPr lvl="1"/>
            <a:r>
              <a:rPr lang="en-US" dirty="0"/>
              <a:t>Key, query, value in single head of attention</a:t>
            </a:r>
          </a:p>
          <a:p>
            <a:r>
              <a:rPr lang="en-US" dirty="0"/>
              <a:t>Analysis of data </a:t>
            </a:r>
          </a:p>
          <a:p>
            <a:r>
              <a:rPr lang="en-US" dirty="0"/>
              <a:t>Improvements to make after first attempt:</a:t>
            </a:r>
          </a:p>
          <a:p>
            <a:pPr lvl="1"/>
            <a:r>
              <a:rPr lang="en-US" dirty="0"/>
              <a:t>Remove duplicate genes or configure some sort of prior</a:t>
            </a:r>
          </a:p>
          <a:p>
            <a:pPr lvl="1"/>
            <a:r>
              <a:rPr lang="en-US" dirty="0"/>
              <a:t>Scale up (more data, more parameters, more compute)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44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B870-71B5-03AC-BF52-B518C835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 and one-hot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8FE13-D418-2521-4D81-A54DAF381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Padding: because different genes have different lengths, have a “blank space” character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One hot encoding: convert from integer </a:t>
            </a:r>
            <a:r>
              <a:rPr lang="en-US" i="1" dirty="0"/>
              <a:t>k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vector of 0’s with a 1 in the </a:t>
            </a:r>
            <a:r>
              <a:rPr lang="en-US" i="1" dirty="0"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th index</a:t>
            </a:r>
          </a:p>
          <a:p>
            <a:r>
              <a:rPr lang="en-US" dirty="0">
                <a:sym typeface="Wingdings" pitchFamily="2" charset="2"/>
              </a:rPr>
              <a:t>Embedding matrix: go from one-hot vector to embedding vector by multiplying one-hot by a matrix</a:t>
            </a:r>
          </a:p>
          <a:p>
            <a:endParaRPr lang="en-US" dirty="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BD345-68D1-9FB7-7494-3FA173A30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72" y="5256786"/>
            <a:ext cx="7711225" cy="792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6E89C4-C2A5-A3E5-D678-8F2527707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272" y="2843571"/>
            <a:ext cx="56007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07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23FD-DDA7-4307-A8B1-198F54C4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06D06C-B414-CE7E-52F0-EC27EE0A1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044" y="1710666"/>
            <a:ext cx="7348389" cy="389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86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BA95-9F9F-CAAE-BFF1-0EDC31A28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loss through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6A508-42D8-2234-1E32-228308E84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/>
          <a:lstStyle/>
          <a:p>
            <a:r>
              <a:rPr lang="en-US" dirty="0"/>
              <a:t>Red line: loss on training data</a:t>
            </a:r>
          </a:p>
          <a:p>
            <a:r>
              <a:rPr lang="en-US" dirty="0"/>
              <a:t>Red line: loss on test data </a:t>
            </a:r>
          </a:p>
          <a:p>
            <a:r>
              <a:rPr lang="en-US" dirty="0"/>
              <a:t>Note: train loss &gt; test loss, which is normally NOT what is expected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training&#10;&#10;AI-generated content may be incorrect.">
            <a:extLst>
              <a:ext uri="{FF2B5EF4-FFF2-40B4-BE49-F238E27FC236}">
                <a16:creationId xmlns:a16="http://schemas.microsoft.com/office/drawing/2014/main" id="{DAC7FD01-3E6E-D7E7-CDB2-7DCCA1701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472" y="2865895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24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F15A-CBEC-483D-482A-327A5249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 fontScale="90000"/>
          </a:bodyPr>
          <a:lstStyle/>
          <a:p>
            <a:r>
              <a:rPr lang="en-US" dirty="0"/>
              <a:t>Tracking loss through training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870B2-3498-EB5C-FD0D-FB6A2C1E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4338409" cy="4196185"/>
          </a:xfrm>
        </p:spPr>
        <p:txBody>
          <a:bodyPr>
            <a:normAutofit/>
          </a:bodyPr>
          <a:lstStyle/>
          <a:p>
            <a:r>
              <a:rPr lang="en-US" dirty="0"/>
              <a:t>Tried testing the model when it was in “train” mode, had same inequality (but to lower extent)</a:t>
            </a:r>
          </a:p>
          <a:p>
            <a:r>
              <a:rPr lang="en-US" dirty="0"/>
              <a:t>More reasons: loss of train calculated for each batch during epoch</a:t>
            </a:r>
          </a:p>
          <a:p>
            <a:r>
              <a:rPr lang="en-US" dirty="0"/>
              <a:t>Test loss, on the other hand, calculated with model at the end of the epoch</a:t>
            </a:r>
          </a:p>
          <a:p>
            <a:endParaRPr lang="en-US" dirty="0"/>
          </a:p>
        </p:txBody>
      </p:sp>
      <p:pic>
        <p:nvPicPr>
          <p:cNvPr id="4" name="Picture 3" descr="A graph of a training graph&#10;&#10;AI-generated content may be incorrect.">
            <a:extLst>
              <a:ext uri="{FF2B5EF4-FFF2-40B4-BE49-F238E27FC236}">
                <a16:creationId xmlns:a16="http://schemas.microsoft.com/office/drawing/2014/main" id="{0EF9A0B9-7FC6-CE1C-4DBF-CB3440574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16" y="2105945"/>
            <a:ext cx="5451627" cy="40887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0222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9A98-C110-FD49-8DBB-DBFC1061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Correcting a mutation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752F5-C2AD-7132-EAFD-2EFBAFCF2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/>
          <a:lstStyle/>
          <a:p>
            <a:r>
              <a:rPr lang="en-US" dirty="0"/>
              <a:t>Altered a sequence</a:t>
            </a:r>
          </a:p>
          <a:p>
            <a:r>
              <a:rPr lang="en-US" dirty="0"/>
              <a:t>Then ran the model, saw when the most cross entropy occurred</a:t>
            </a:r>
          </a:p>
          <a:p>
            <a:r>
              <a:rPr lang="en-US" dirty="0"/>
              <a:t>Correctly identified position (33) as the mutated position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D8F85-76B3-04C4-2ABB-FF24CF843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72" y="3445099"/>
            <a:ext cx="7772400" cy="23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20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259B-D4EC-35B4-174C-EF1FEEB9C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85E7B-2D56-B26F-0703-F9D8FCCC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/>
          <a:lstStyle/>
          <a:p>
            <a:r>
              <a:rPr lang="en-US" dirty="0"/>
              <a:t>Determining degree of "from scratch" to optimize learning</a:t>
            </a:r>
          </a:p>
          <a:p>
            <a:r>
              <a:rPr lang="en-US" dirty="0"/>
              <a:t>Large time to run model every time I wanted to implement a change</a:t>
            </a:r>
          </a:p>
          <a:p>
            <a:pPr lvl="1"/>
            <a:r>
              <a:rPr lang="en-US" dirty="0"/>
              <a:t>Interesting problem at higher scales of time: e.g. at OpenAI; have to be confident in code before the final training phase</a:t>
            </a:r>
          </a:p>
          <a:p>
            <a:r>
              <a:rPr lang="en-US" dirty="0"/>
              <a:t>Using codons as tokens means a frameshift mutation --&gt; gibberish</a:t>
            </a:r>
          </a:p>
          <a:p>
            <a:r>
              <a:rPr lang="en-US" dirty="0"/>
              <a:t>Positional encoding </a:t>
            </a:r>
          </a:p>
          <a:p>
            <a:r>
              <a:rPr lang="en-US" dirty="0"/>
              <a:t>Actually having something to show at the end</a:t>
            </a:r>
          </a:p>
          <a:p>
            <a:r>
              <a:rPr lang="en-US" dirty="0"/>
              <a:t>Genuine ambiguity lower-bounding the loss (e.g. what comes after the start token isn’t as predictable as the 100th position)</a:t>
            </a:r>
          </a:p>
        </p:txBody>
      </p:sp>
    </p:spTree>
    <p:extLst>
      <p:ext uri="{BB962C8B-B14F-4D97-AF65-F5344CB8AC3E}">
        <p14:creationId xmlns:p14="http://schemas.microsoft.com/office/powerpoint/2010/main" val="2986341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B2CD-E8CA-5915-F085-41D36B1E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Difficulties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300D9-22CC-DFCC-37C8-CDB08674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730946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Test vs train loss difference</a:t>
            </a:r>
          </a:p>
          <a:p>
            <a:r>
              <a:rPr lang="en-US" dirty="0"/>
              <a:t>How to evaluate model</a:t>
            </a:r>
          </a:p>
          <a:p>
            <a:pPr lvl="1"/>
            <a:r>
              <a:rPr lang="en-US" dirty="0"/>
              <a:t>I was able to identify a mutated location</a:t>
            </a:r>
          </a:p>
          <a:p>
            <a:pPr lvl="1"/>
            <a:r>
              <a:rPr lang="en-US" dirty="0"/>
              <a:t>Some problems though: needed to find a mutation that changed codon to an “unlikely” codon, some handpicking</a:t>
            </a:r>
          </a:p>
          <a:p>
            <a:pPr lvl="1"/>
            <a:r>
              <a:rPr lang="en-US" dirty="0"/>
              <a:t>Generally, it’s difficult to know if the model is performing well</a:t>
            </a:r>
          </a:p>
          <a:p>
            <a:pPr lvl="1"/>
            <a:r>
              <a:rPr lang="en-US" dirty="0"/>
              <a:t>Unlike language, can't just read it</a:t>
            </a:r>
          </a:p>
          <a:p>
            <a:r>
              <a:rPr lang="en-US" dirty="0"/>
              <a:t>Overfitting: don’t want it to just memorize the data, but hard to balance with lower compute</a:t>
            </a:r>
          </a:p>
          <a:p>
            <a:r>
              <a:rPr lang="en-US" dirty="0"/>
              <a:t>Genetic similarities between bacteria </a:t>
            </a:r>
            <a:r>
              <a:rPr lang="en-US" dirty="0">
                <a:sym typeface="Wingdings" pitchFamily="2" charset="2"/>
              </a:rPr>
              <a:t> difficulty with having a “real” test set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67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6DF5-C77F-F192-FADA-5ED93128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5" name="Picture 4" descr="3D rendering of DNA">
            <a:extLst>
              <a:ext uri="{FF2B5EF4-FFF2-40B4-BE49-F238E27FC236}">
                <a16:creationId xmlns:a16="http://schemas.microsoft.com/office/drawing/2014/main" id="{FB64FEF9-3EEB-A04C-2949-499A676A7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02" r="5018"/>
          <a:stretch/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3B8C3-4160-5B1B-5977-0E479FA2D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79" y="2129307"/>
            <a:ext cx="5316933" cy="4099427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2400" dirty="0"/>
              <a:t>Summary of what was done: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Built pipeline of online data </a:t>
            </a:r>
            <a:r>
              <a:rPr lang="en-US" sz="2000" dirty="0">
                <a:sym typeface="Wingdings" pitchFamily="2" charset="2"/>
              </a:rPr>
              <a:t> sequences of amino-acid indices 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Trained transformer model to predict next amino acid index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Plotted loss during training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Tested model by identifying gene mutation</a:t>
            </a:r>
          </a:p>
          <a:p>
            <a:pPr lvl="1"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87371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C692-8CF3-5995-2E0D-CF91D12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5680-275F-3B99-F1B9-47DC7504F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700" dirty="0"/>
              <a:t>Analyzing some results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If we look at the logits of a model prediction, we see that we generally have a couple different indices with non-trivial relative maximums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Shows that either the model didn’t have enough training data/parameters to resolve non-ambiguous choices, and/or that different genes might put different codons into a slot depending on the function of the gene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Second reason must be true, otherwise all sequences would be determined by the starting codon, no gene variety would exist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Further research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Incorporating gene function into transformer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Gene synthesis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Error-resistance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1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330</TotalTime>
  <Words>1079</Words>
  <Application>Microsoft Macintosh PowerPoint</Application>
  <PresentationFormat>Widescreen</PresentationFormat>
  <Paragraphs>127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Century Gothic</vt:lpstr>
      <vt:lpstr>Wingdings</vt:lpstr>
      <vt:lpstr>Wingdings 3</vt:lpstr>
      <vt:lpstr>Ion</vt:lpstr>
      <vt:lpstr>Building a transformer for DNA mutation identification</vt:lpstr>
      <vt:lpstr>Project introduction</vt:lpstr>
      <vt:lpstr>Basics</vt:lpstr>
      <vt:lpstr>What drew me to the project</vt:lpstr>
      <vt:lpstr>Significance of project</vt:lpstr>
      <vt:lpstr>Ethics</vt:lpstr>
      <vt:lpstr>Data processing pipeline</vt:lpstr>
      <vt:lpstr>Data cleaning and visualization</vt:lpstr>
      <vt:lpstr>Code</vt:lpstr>
      <vt:lpstr>Understanding the data</vt:lpstr>
      <vt:lpstr>Model training</vt:lpstr>
      <vt:lpstr>Padding and one-hot encoding</vt:lpstr>
      <vt:lpstr>Training</vt:lpstr>
      <vt:lpstr>Tracking loss through training</vt:lpstr>
      <vt:lpstr>Tracking loss through training (continued)</vt:lpstr>
      <vt:lpstr>Correcting a mutation</vt:lpstr>
      <vt:lpstr>Difficulties</vt:lpstr>
      <vt:lpstr>Difficulties (continued)</vt:lpstr>
      <vt:lpstr>Conclusion</vt:lpstr>
      <vt:lpstr>Conclusion (continued)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Agarwal, Ronak</dc:creator>
  <cp:lastModifiedBy>Agarwal, Ronak</cp:lastModifiedBy>
  <cp:revision>2</cp:revision>
  <dcterms:created xsi:type="dcterms:W3CDTF">2025-04-15T22:59:26Z</dcterms:created>
  <dcterms:modified xsi:type="dcterms:W3CDTF">2025-04-23T23:02:12Z</dcterms:modified>
</cp:coreProperties>
</file>